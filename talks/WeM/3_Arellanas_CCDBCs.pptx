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6" r:id="rId1"/>
  </p:sldMasterIdLst>
  <p:notesMasterIdLst>
    <p:notesMasterId r:id="rId45"/>
  </p:notesMasterIdLst>
  <p:handoutMasterIdLst>
    <p:handoutMasterId r:id="rId46"/>
  </p:handoutMasterIdLst>
  <p:sldIdLst>
    <p:sldId id="256" r:id="rId2"/>
    <p:sldId id="278" r:id="rId3"/>
    <p:sldId id="312" r:id="rId4"/>
    <p:sldId id="313" r:id="rId5"/>
    <p:sldId id="270" r:id="rId6"/>
    <p:sldId id="272" r:id="rId7"/>
    <p:sldId id="273" r:id="rId8"/>
    <p:sldId id="274" r:id="rId9"/>
    <p:sldId id="276" r:id="rId10"/>
    <p:sldId id="279" r:id="rId11"/>
    <p:sldId id="261" r:id="rId12"/>
    <p:sldId id="280" r:id="rId13"/>
    <p:sldId id="282" r:id="rId14"/>
    <p:sldId id="283" r:id="rId15"/>
    <p:sldId id="281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7" r:id="rId28"/>
    <p:sldId id="298" r:id="rId29"/>
    <p:sldId id="296" r:id="rId30"/>
    <p:sldId id="299" r:id="rId31"/>
    <p:sldId id="300" r:id="rId32"/>
    <p:sldId id="301" r:id="rId33"/>
    <p:sldId id="304" r:id="rId34"/>
    <p:sldId id="302" r:id="rId35"/>
    <p:sldId id="305" r:id="rId36"/>
    <p:sldId id="303" r:id="rId37"/>
    <p:sldId id="306" r:id="rId38"/>
    <p:sldId id="307" r:id="rId39"/>
    <p:sldId id="308" r:id="rId40"/>
    <p:sldId id="309" r:id="rId41"/>
    <p:sldId id="310" r:id="rId42"/>
    <p:sldId id="311" r:id="rId43"/>
    <p:sldId id="262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121B"/>
    <a:srgbClr val="000000"/>
    <a:srgbClr val="414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3A2AE0-2ADA-EE4E-89A0-BAC316DF1C53}" v="13" dt="2026-04-03T07:32:48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613" autoAdjust="0"/>
    <p:restoredTop sz="86486" autoAdjust="0"/>
  </p:normalViewPr>
  <p:slideViewPr>
    <p:cSldViewPr snapToGrid="0">
      <p:cViewPr varScale="1">
        <p:scale>
          <a:sx n="120" d="100"/>
          <a:sy n="120" d="100"/>
        </p:scale>
        <p:origin x="176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llanes, Damian" userId="d15dc209-dad8-4032-ae3c-00ad5dce332d" providerId="ADAL" clId="{69E3D6BB-47B3-5FA5-93FC-AAA9BDECEC01}"/>
    <pc:docChg chg="undo custSel addSld delSld modSld sldOrd modMainMaster">
      <pc:chgData name="Arellanes, Damian" userId="d15dc209-dad8-4032-ae3c-00ad5dce332d" providerId="ADAL" clId="{69E3D6BB-47B3-5FA5-93FC-AAA9BDECEC01}" dt="2026-04-03T07:43:01.890" v="417" actId="20577"/>
      <pc:docMkLst>
        <pc:docMk/>
      </pc:docMkLst>
      <pc:sldChg chg="modNotesTx">
        <pc:chgData name="Arellanes, Damian" userId="d15dc209-dad8-4032-ae3c-00ad5dce332d" providerId="ADAL" clId="{69E3D6BB-47B3-5FA5-93FC-AAA9BDECEC01}" dt="2026-04-03T07:09:33.244" v="212" actId="20577"/>
        <pc:sldMkLst>
          <pc:docMk/>
          <pc:sldMk cId="829300685" sldId="256"/>
        </pc:sldMkLst>
      </pc:sldChg>
      <pc:sldChg chg="del">
        <pc:chgData name="Arellanes, Damian" userId="d15dc209-dad8-4032-ae3c-00ad5dce332d" providerId="ADAL" clId="{69E3D6BB-47B3-5FA5-93FC-AAA9BDECEC01}" dt="2026-04-03T07:04:11.873" v="0" actId="2696"/>
        <pc:sldMkLst>
          <pc:docMk/>
          <pc:sldMk cId="2357509685" sldId="260"/>
        </pc:sldMkLst>
      </pc:sldChg>
      <pc:sldChg chg="addSp delSp modSp mod">
        <pc:chgData name="Arellanes, Damian" userId="d15dc209-dad8-4032-ae3c-00ad5dce332d" providerId="ADAL" clId="{69E3D6BB-47B3-5FA5-93FC-AAA9BDECEC01}" dt="2026-04-03T07:21:50.728" v="359" actId="1076"/>
        <pc:sldMkLst>
          <pc:docMk/>
          <pc:sldMk cId="3767581480" sldId="261"/>
        </pc:sldMkLst>
        <pc:spChg chg="mod">
          <ac:chgData name="Arellanes, Damian" userId="d15dc209-dad8-4032-ae3c-00ad5dce332d" providerId="ADAL" clId="{69E3D6BB-47B3-5FA5-93FC-AAA9BDECEC01}" dt="2026-04-03T07:21:46.369" v="358" actId="20577"/>
          <ac:spMkLst>
            <pc:docMk/>
            <pc:sldMk cId="3767581480" sldId="261"/>
            <ac:spMk id="2" creationId="{9CB7F44E-5580-43BC-ABB5-D3CAC69BEA6C}"/>
          </ac:spMkLst>
        </pc:spChg>
        <pc:picChg chg="add mod">
          <ac:chgData name="Arellanes, Damian" userId="d15dc209-dad8-4032-ae3c-00ad5dce332d" providerId="ADAL" clId="{69E3D6BB-47B3-5FA5-93FC-AAA9BDECEC01}" dt="2026-04-03T07:20:22.969" v="300" actId="1036"/>
          <ac:picMkLst>
            <pc:docMk/>
            <pc:sldMk cId="3767581480" sldId="261"/>
            <ac:picMk id="3" creationId="{F93DCE08-89FA-1C0C-9FDD-BBA51D613F37}"/>
          </ac:picMkLst>
        </pc:picChg>
        <pc:picChg chg="add mod">
          <ac:chgData name="Arellanes, Damian" userId="d15dc209-dad8-4032-ae3c-00ad5dce332d" providerId="ADAL" clId="{69E3D6BB-47B3-5FA5-93FC-AAA9BDECEC01}" dt="2026-04-03T07:21:50.728" v="359" actId="1076"/>
          <ac:picMkLst>
            <pc:docMk/>
            <pc:sldMk cId="3767581480" sldId="261"/>
            <ac:picMk id="5" creationId="{BE9F3B4B-EE0C-7122-0615-06C792918A50}"/>
          </ac:picMkLst>
        </pc:picChg>
        <pc:picChg chg="add del">
          <ac:chgData name="Arellanes, Damian" userId="d15dc209-dad8-4032-ae3c-00ad5dce332d" providerId="ADAL" clId="{69E3D6BB-47B3-5FA5-93FC-AAA9BDECEC01}" dt="2026-04-03T07:20:04.700" v="289" actId="478"/>
          <ac:picMkLst>
            <pc:docMk/>
            <pc:sldMk cId="3767581480" sldId="261"/>
            <ac:picMk id="14" creationId="{2440C937-5893-3429-D913-828D662DFDDA}"/>
          </ac:picMkLst>
        </pc:picChg>
      </pc:sldChg>
      <pc:sldChg chg="modSp mod ord">
        <pc:chgData name="Arellanes, Damian" userId="d15dc209-dad8-4032-ae3c-00ad5dce332d" providerId="ADAL" clId="{69E3D6BB-47B3-5FA5-93FC-AAA9BDECEC01}" dt="2026-04-03T07:43:01.890" v="417" actId="20577"/>
        <pc:sldMkLst>
          <pc:docMk/>
          <pc:sldMk cId="1593107542" sldId="262"/>
        </pc:sldMkLst>
        <pc:spChg chg="mod">
          <ac:chgData name="Arellanes, Damian" userId="d15dc209-dad8-4032-ae3c-00ad5dce332d" providerId="ADAL" clId="{69E3D6BB-47B3-5FA5-93FC-AAA9BDECEC01}" dt="2026-04-03T07:43:01.890" v="417" actId="20577"/>
          <ac:spMkLst>
            <pc:docMk/>
            <pc:sldMk cId="1593107542" sldId="262"/>
            <ac:spMk id="2" creationId="{B1157084-0CF0-49B5-A390-29CF6B9B69ED}"/>
          </ac:spMkLst>
        </pc:spChg>
      </pc:sldChg>
      <pc:sldChg chg="del">
        <pc:chgData name="Arellanes, Damian" userId="d15dc209-dad8-4032-ae3c-00ad5dce332d" providerId="ADAL" clId="{69E3D6BB-47B3-5FA5-93FC-AAA9BDECEC01}" dt="2026-04-03T07:42:48.759" v="407" actId="2696"/>
        <pc:sldMkLst>
          <pc:docMk/>
          <pc:sldMk cId="1999999700" sldId="263"/>
        </pc:sldMkLst>
      </pc:sldChg>
      <pc:sldChg chg="del">
        <pc:chgData name="Arellanes, Damian" userId="d15dc209-dad8-4032-ae3c-00ad5dce332d" providerId="ADAL" clId="{69E3D6BB-47B3-5FA5-93FC-AAA9BDECEC01}" dt="2026-04-03T07:42:49.352" v="408" actId="2696"/>
        <pc:sldMkLst>
          <pc:docMk/>
          <pc:sldMk cId="3754301841" sldId="264"/>
        </pc:sldMkLst>
      </pc:sldChg>
      <pc:sldChg chg="del">
        <pc:chgData name="Arellanes, Damian" userId="d15dc209-dad8-4032-ae3c-00ad5dce332d" providerId="ADAL" clId="{69E3D6BB-47B3-5FA5-93FC-AAA9BDECEC01}" dt="2026-04-03T07:42:49.935" v="409" actId="2696"/>
        <pc:sldMkLst>
          <pc:docMk/>
          <pc:sldMk cId="2129971536" sldId="265"/>
        </pc:sldMkLst>
      </pc:sldChg>
      <pc:sldChg chg="del">
        <pc:chgData name="Arellanes, Damian" userId="d15dc209-dad8-4032-ae3c-00ad5dce332d" providerId="ADAL" clId="{69E3D6BB-47B3-5FA5-93FC-AAA9BDECEC01}" dt="2026-04-03T07:42:50.492" v="410" actId="2696"/>
        <pc:sldMkLst>
          <pc:docMk/>
          <pc:sldMk cId="1435391143" sldId="266"/>
        </pc:sldMkLst>
      </pc:sldChg>
      <pc:sldChg chg="del">
        <pc:chgData name="Arellanes, Damian" userId="d15dc209-dad8-4032-ae3c-00ad5dce332d" providerId="ADAL" clId="{69E3D6BB-47B3-5FA5-93FC-AAA9BDECEC01}" dt="2026-04-03T07:42:51.177" v="411" actId="2696"/>
        <pc:sldMkLst>
          <pc:docMk/>
          <pc:sldMk cId="3600683852" sldId="267"/>
        </pc:sldMkLst>
      </pc:sldChg>
      <pc:sldChg chg="del">
        <pc:chgData name="Arellanes, Damian" userId="d15dc209-dad8-4032-ae3c-00ad5dce332d" providerId="ADAL" clId="{69E3D6BB-47B3-5FA5-93FC-AAA9BDECEC01}" dt="2026-04-03T07:42:55.512" v="412" actId="2696"/>
        <pc:sldMkLst>
          <pc:docMk/>
          <pc:sldMk cId="1380873193" sldId="268"/>
        </pc:sldMkLst>
      </pc:sldChg>
      <pc:sldChg chg="del">
        <pc:chgData name="Arellanes, Damian" userId="d15dc209-dad8-4032-ae3c-00ad5dce332d" providerId="ADAL" clId="{69E3D6BB-47B3-5FA5-93FC-AAA9BDECEC01}" dt="2026-04-03T07:42:47.348" v="406" actId="2696"/>
        <pc:sldMkLst>
          <pc:docMk/>
          <pc:sldMk cId="1205036969" sldId="269"/>
        </pc:sldMkLst>
      </pc:sldChg>
      <pc:sldChg chg="addSp modSp mod modAnim">
        <pc:chgData name="Arellanes, Damian" userId="d15dc209-dad8-4032-ae3c-00ad5dce332d" providerId="ADAL" clId="{69E3D6BB-47B3-5FA5-93FC-AAA9BDECEC01}" dt="2026-04-03T07:16:05.961" v="286"/>
        <pc:sldMkLst>
          <pc:docMk/>
          <pc:sldMk cId="3190650172" sldId="272"/>
        </pc:sldMkLst>
        <pc:spChg chg="mod">
          <ac:chgData name="Arellanes, Damian" userId="d15dc209-dad8-4032-ae3c-00ad5dce332d" providerId="ADAL" clId="{69E3D6BB-47B3-5FA5-93FC-AAA9BDECEC01}" dt="2026-04-03T07:14:23.754" v="277" actId="20577"/>
          <ac:spMkLst>
            <pc:docMk/>
            <pc:sldMk cId="3190650172" sldId="272"/>
            <ac:spMk id="3" creationId="{F084D2F6-1C28-5E55-5CEA-4B27E7862D62}"/>
          </ac:spMkLst>
        </pc:spChg>
        <pc:spChg chg="add mod">
          <ac:chgData name="Arellanes, Damian" userId="d15dc209-dad8-4032-ae3c-00ad5dce332d" providerId="ADAL" clId="{69E3D6BB-47B3-5FA5-93FC-AAA9BDECEC01}" dt="2026-04-03T07:15:59.830" v="285" actId="1076"/>
          <ac:spMkLst>
            <pc:docMk/>
            <pc:sldMk cId="3190650172" sldId="272"/>
            <ac:spMk id="5" creationId="{486F740C-E910-03B4-139D-4A12F7FB3D06}"/>
          </ac:spMkLst>
        </pc:spChg>
      </pc:sldChg>
      <pc:sldChg chg="modNotesTx">
        <pc:chgData name="Arellanes, Damian" userId="d15dc209-dad8-4032-ae3c-00ad5dce332d" providerId="ADAL" clId="{69E3D6BB-47B3-5FA5-93FC-AAA9BDECEC01}" dt="2026-04-03T07:09:40.012" v="213" actId="20577"/>
        <pc:sldMkLst>
          <pc:docMk/>
          <pc:sldMk cId="3725917013" sldId="274"/>
        </pc:sldMkLst>
      </pc:sldChg>
      <pc:sldChg chg="modNotesTx">
        <pc:chgData name="Arellanes, Damian" userId="d15dc209-dad8-4032-ae3c-00ad5dce332d" providerId="ADAL" clId="{69E3D6BB-47B3-5FA5-93FC-AAA9BDECEC01}" dt="2026-04-03T07:09:43.735" v="214" actId="20577"/>
        <pc:sldMkLst>
          <pc:docMk/>
          <pc:sldMk cId="1776439973" sldId="276"/>
        </pc:sldMkLst>
      </pc:sldChg>
      <pc:sldChg chg="del">
        <pc:chgData name="Arellanes, Damian" userId="d15dc209-dad8-4032-ae3c-00ad5dce332d" providerId="ADAL" clId="{69E3D6BB-47B3-5FA5-93FC-AAA9BDECEC01}" dt="2026-04-03T07:20:29.276" v="301" actId="2696"/>
        <pc:sldMkLst>
          <pc:docMk/>
          <pc:sldMk cId="1535192324" sldId="277"/>
        </pc:sldMkLst>
      </pc:sldChg>
      <pc:sldChg chg="addSp modSp mod">
        <pc:chgData name="Arellanes, Damian" userId="d15dc209-dad8-4032-ae3c-00ad5dce332d" providerId="ADAL" clId="{69E3D6BB-47B3-5FA5-93FC-AAA9BDECEC01}" dt="2026-04-03T07:23:51.086" v="363" actId="164"/>
        <pc:sldMkLst>
          <pc:docMk/>
          <pc:sldMk cId="2798599607" sldId="280"/>
        </pc:sldMkLst>
        <pc:spChg chg="add mod">
          <ac:chgData name="Arellanes, Damian" userId="d15dc209-dad8-4032-ae3c-00ad5dce332d" providerId="ADAL" clId="{69E3D6BB-47B3-5FA5-93FC-AAA9BDECEC01}" dt="2026-04-03T07:23:51.086" v="363" actId="164"/>
          <ac:spMkLst>
            <pc:docMk/>
            <pc:sldMk cId="2798599607" sldId="280"/>
            <ac:spMk id="3" creationId="{A6EBD3BD-80A1-4D67-F075-6E75DBB576C2}"/>
          </ac:spMkLst>
        </pc:spChg>
        <pc:grpChg chg="add mod">
          <ac:chgData name="Arellanes, Damian" userId="d15dc209-dad8-4032-ae3c-00ad5dce332d" providerId="ADAL" clId="{69E3D6BB-47B3-5FA5-93FC-AAA9BDECEC01}" dt="2026-04-03T07:23:51.086" v="363" actId="164"/>
          <ac:grpSpMkLst>
            <pc:docMk/>
            <pc:sldMk cId="2798599607" sldId="280"/>
            <ac:grpSpMk id="6" creationId="{E3A2AB05-DFF5-065B-75A4-BC573FE46982}"/>
          </ac:grpSpMkLst>
        </pc:grpChg>
        <pc:picChg chg="mod">
          <ac:chgData name="Arellanes, Damian" userId="d15dc209-dad8-4032-ae3c-00ad5dce332d" providerId="ADAL" clId="{69E3D6BB-47B3-5FA5-93FC-AAA9BDECEC01}" dt="2026-04-03T07:23:51.086" v="363" actId="164"/>
          <ac:picMkLst>
            <pc:docMk/>
            <pc:sldMk cId="2798599607" sldId="280"/>
            <ac:picMk id="12" creationId="{D1DB2258-0730-F688-FE42-77866B1D3182}"/>
          </ac:picMkLst>
        </pc:picChg>
      </pc:sldChg>
      <pc:sldChg chg="modAnim">
        <pc:chgData name="Arellanes, Damian" userId="d15dc209-dad8-4032-ae3c-00ad5dce332d" providerId="ADAL" clId="{69E3D6BB-47B3-5FA5-93FC-AAA9BDECEC01}" dt="2026-04-03T07:26:28.698" v="365"/>
        <pc:sldMkLst>
          <pc:docMk/>
          <pc:sldMk cId="2298934866" sldId="281"/>
        </pc:sldMkLst>
      </pc:sldChg>
      <pc:sldChg chg="modSp mod">
        <pc:chgData name="Arellanes, Damian" userId="d15dc209-dad8-4032-ae3c-00ad5dce332d" providerId="ADAL" clId="{69E3D6BB-47B3-5FA5-93FC-AAA9BDECEC01}" dt="2026-04-03T07:29:45.771" v="396" actId="1038"/>
        <pc:sldMkLst>
          <pc:docMk/>
          <pc:sldMk cId="2346517390" sldId="288"/>
        </pc:sldMkLst>
        <pc:spChg chg="mod">
          <ac:chgData name="Arellanes, Damian" userId="d15dc209-dad8-4032-ae3c-00ad5dce332d" providerId="ADAL" clId="{69E3D6BB-47B3-5FA5-93FC-AAA9BDECEC01}" dt="2026-04-03T07:29:45.771" v="396" actId="1038"/>
          <ac:spMkLst>
            <pc:docMk/>
            <pc:sldMk cId="2346517390" sldId="288"/>
            <ac:spMk id="13" creationId="{87CE0FAB-4AE4-3879-165C-EF394204181F}"/>
          </ac:spMkLst>
        </pc:spChg>
        <pc:spChg chg="mod">
          <ac:chgData name="Arellanes, Damian" userId="d15dc209-dad8-4032-ae3c-00ad5dce332d" providerId="ADAL" clId="{69E3D6BB-47B3-5FA5-93FC-AAA9BDECEC01}" dt="2026-04-03T07:29:45.771" v="396" actId="1038"/>
          <ac:spMkLst>
            <pc:docMk/>
            <pc:sldMk cId="2346517390" sldId="288"/>
            <ac:spMk id="14" creationId="{90FD86C2-D4D9-F509-F388-9CD9E9B478D5}"/>
          </ac:spMkLst>
        </pc:spChg>
        <pc:spChg chg="mod">
          <ac:chgData name="Arellanes, Damian" userId="d15dc209-dad8-4032-ae3c-00ad5dce332d" providerId="ADAL" clId="{69E3D6BB-47B3-5FA5-93FC-AAA9BDECEC01}" dt="2026-04-03T07:29:45.771" v="396" actId="1038"/>
          <ac:spMkLst>
            <pc:docMk/>
            <pc:sldMk cId="2346517390" sldId="288"/>
            <ac:spMk id="17" creationId="{1DEC1C31-0FC6-5EDE-6F9B-27496F704FDB}"/>
          </ac:spMkLst>
        </pc:spChg>
        <pc:picChg chg="mod">
          <ac:chgData name="Arellanes, Damian" userId="d15dc209-dad8-4032-ae3c-00ad5dce332d" providerId="ADAL" clId="{69E3D6BB-47B3-5FA5-93FC-AAA9BDECEC01}" dt="2026-04-03T07:29:45.771" v="396" actId="1038"/>
          <ac:picMkLst>
            <pc:docMk/>
            <pc:sldMk cId="2346517390" sldId="288"/>
            <ac:picMk id="10" creationId="{A7AF6495-99E7-70FA-0915-A6CB63343738}"/>
          </ac:picMkLst>
        </pc:picChg>
        <pc:picChg chg="mod">
          <ac:chgData name="Arellanes, Damian" userId="d15dc209-dad8-4032-ae3c-00ad5dce332d" providerId="ADAL" clId="{69E3D6BB-47B3-5FA5-93FC-AAA9BDECEC01}" dt="2026-04-03T07:29:45.771" v="396" actId="1038"/>
          <ac:picMkLst>
            <pc:docMk/>
            <pc:sldMk cId="2346517390" sldId="288"/>
            <ac:picMk id="12" creationId="{8AE2D5CE-FF64-169C-018B-1827F78B0C63}"/>
          </ac:picMkLst>
        </pc:picChg>
        <pc:picChg chg="mod">
          <ac:chgData name="Arellanes, Damian" userId="d15dc209-dad8-4032-ae3c-00ad5dce332d" providerId="ADAL" clId="{69E3D6BB-47B3-5FA5-93FC-AAA9BDECEC01}" dt="2026-04-03T07:29:45.771" v="396" actId="1038"/>
          <ac:picMkLst>
            <pc:docMk/>
            <pc:sldMk cId="2346517390" sldId="288"/>
            <ac:picMk id="16" creationId="{DB848451-7258-7ED0-D363-99E4BAD3F9F3}"/>
          </ac:picMkLst>
        </pc:picChg>
      </pc:sldChg>
      <pc:sldChg chg="addSp modSp mod">
        <pc:chgData name="Arellanes, Damian" userId="d15dc209-dad8-4032-ae3c-00ad5dce332d" providerId="ADAL" clId="{69E3D6BB-47B3-5FA5-93FC-AAA9BDECEC01}" dt="2026-04-03T07:33:11.738" v="405" actId="1076"/>
        <pc:sldMkLst>
          <pc:docMk/>
          <pc:sldMk cId="659950798" sldId="289"/>
        </pc:sldMkLst>
        <pc:picChg chg="add mod modCrop">
          <ac:chgData name="Arellanes, Damian" userId="d15dc209-dad8-4032-ae3c-00ad5dce332d" providerId="ADAL" clId="{69E3D6BB-47B3-5FA5-93FC-AAA9BDECEC01}" dt="2026-04-03T07:33:11.738" v="405" actId="1076"/>
          <ac:picMkLst>
            <pc:docMk/>
            <pc:sldMk cId="659950798" sldId="289"/>
            <ac:picMk id="3" creationId="{63F4B6C2-CD5D-D4D7-D123-DCABCB1A4914}"/>
          </ac:picMkLst>
        </pc:picChg>
        <pc:picChg chg="mod">
          <ac:chgData name="Arellanes, Damian" userId="d15dc209-dad8-4032-ae3c-00ad5dce332d" providerId="ADAL" clId="{69E3D6BB-47B3-5FA5-93FC-AAA9BDECEC01}" dt="2026-04-03T07:32:01.822" v="398" actId="1076"/>
          <ac:picMkLst>
            <pc:docMk/>
            <pc:sldMk cId="659950798" sldId="289"/>
            <ac:picMk id="8" creationId="{5AEDBEA9-AD80-855A-68BB-1DE4C4A42199}"/>
          </ac:picMkLst>
        </pc:picChg>
        <pc:picChg chg="mod">
          <ac:chgData name="Arellanes, Damian" userId="d15dc209-dad8-4032-ae3c-00ad5dce332d" providerId="ADAL" clId="{69E3D6BB-47B3-5FA5-93FC-AAA9BDECEC01}" dt="2026-04-03T07:32:06.205" v="399" actId="1076"/>
          <ac:picMkLst>
            <pc:docMk/>
            <pc:sldMk cId="659950798" sldId="289"/>
            <ac:picMk id="11" creationId="{83C7CE79-7D40-AED7-B4EC-93133C8A75D4}"/>
          </ac:picMkLst>
        </pc:picChg>
      </pc:sldChg>
      <pc:sldChg chg="modNotesTx">
        <pc:chgData name="Arellanes, Damian" userId="d15dc209-dad8-4032-ae3c-00ad5dce332d" providerId="ADAL" clId="{69E3D6BB-47B3-5FA5-93FC-AAA9BDECEC01}" dt="2026-04-03T07:10:02.236" v="215" actId="20577"/>
        <pc:sldMkLst>
          <pc:docMk/>
          <pc:sldMk cId="915088759" sldId="310"/>
        </pc:sldMkLst>
      </pc:sldChg>
      <pc:sldChg chg="delSp modSp add mod">
        <pc:chgData name="Arellanes, Damian" userId="d15dc209-dad8-4032-ae3c-00ad5dce332d" providerId="ADAL" clId="{69E3D6BB-47B3-5FA5-93FC-AAA9BDECEC01}" dt="2026-04-03T07:08:58.321" v="211" actId="11"/>
        <pc:sldMkLst>
          <pc:docMk/>
          <pc:sldMk cId="674209628" sldId="312"/>
        </pc:sldMkLst>
        <pc:spChg chg="mod">
          <ac:chgData name="Arellanes, Damian" userId="d15dc209-dad8-4032-ae3c-00ad5dce332d" providerId="ADAL" clId="{69E3D6BB-47B3-5FA5-93FC-AAA9BDECEC01}" dt="2026-04-03T07:07:12.355" v="25" actId="20577"/>
          <ac:spMkLst>
            <pc:docMk/>
            <pc:sldMk cId="674209628" sldId="312"/>
            <ac:spMk id="2" creationId="{74AB36FD-5A3C-7C1D-C1F9-97A6A325FA5F}"/>
          </ac:spMkLst>
        </pc:spChg>
        <pc:spChg chg="mod">
          <ac:chgData name="Arellanes, Damian" userId="d15dc209-dad8-4032-ae3c-00ad5dce332d" providerId="ADAL" clId="{69E3D6BB-47B3-5FA5-93FC-AAA9BDECEC01}" dt="2026-04-03T07:08:58.321" v="211" actId="11"/>
          <ac:spMkLst>
            <pc:docMk/>
            <pc:sldMk cId="674209628" sldId="312"/>
            <ac:spMk id="3" creationId="{ACF4A871-D1C0-7F7C-C572-454CFF3D7B20}"/>
          </ac:spMkLst>
        </pc:spChg>
        <pc:picChg chg="del">
          <ac:chgData name="Arellanes, Damian" userId="d15dc209-dad8-4032-ae3c-00ad5dce332d" providerId="ADAL" clId="{69E3D6BB-47B3-5FA5-93FC-AAA9BDECEC01}" dt="2026-04-03T07:08:37.777" v="182" actId="478"/>
          <ac:picMkLst>
            <pc:docMk/>
            <pc:sldMk cId="674209628" sldId="312"/>
            <ac:picMk id="6" creationId="{D13F2D0D-CF75-CB06-7E14-581AA277716E}"/>
          </ac:picMkLst>
        </pc:picChg>
      </pc:sldChg>
      <pc:sldMasterChg chg="modSldLayout">
        <pc:chgData name="Arellanes, Damian" userId="d15dc209-dad8-4032-ae3c-00ad5dce332d" providerId="ADAL" clId="{69E3D6BB-47B3-5FA5-93FC-AAA9BDECEC01}" dt="2026-04-03T07:06:30.510" v="18"/>
        <pc:sldMasterMkLst>
          <pc:docMk/>
          <pc:sldMasterMk cId="3085880858" sldId="2147483666"/>
        </pc:sldMasterMkLst>
        <pc:sldLayoutChg chg="modSp mod">
          <pc:chgData name="Arellanes, Damian" userId="d15dc209-dad8-4032-ae3c-00ad5dce332d" providerId="ADAL" clId="{69E3D6BB-47B3-5FA5-93FC-AAA9BDECEC01}" dt="2026-04-03T07:05:31.995" v="10" actId="14100"/>
          <pc:sldLayoutMkLst>
            <pc:docMk/>
            <pc:sldMasterMk cId="3085880858" sldId="2147483666"/>
            <pc:sldLayoutMk cId="1380648372" sldId="2147483667"/>
          </pc:sldLayoutMkLst>
          <pc:picChg chg="mod">
            <ac:chgData name="Arellanes, Damian" userId="d15dc209-dad8-4032-ae3c-00ad5dce332d" providerId="ADAL" clId="{69E3D6BB-47B3-5FA5-93FC-AAA9BDECEC01}" dt="2026-04-03T07:05:31.995" v="10" actId="14100"/>
            <ac:picMkLst>
              <pc:docMk/>
              <pc:sldMasterMk cId="3085880858" sldId="2147483666"/>
              <pc:sldLayoutMk cId="1380648372" sldId="2147483667"/>
              <ac:picMk id="12" creationId="{2279AC1B-5D11-4558-91B3-5BC464197CF9}"/>
            </ac:picMkLst>
          </pc:picChg>
        </pc:sldLayoutChg>
        <pc:sldLayoutChg chg="addSp delSp modSp mod">
          <pc:chgData name="Arellanes, Damian" userId="d15dc209-dad8-4032-ae3c-00ad5dce332d" providerId="ADAL" clId="{69E3D6BB-47B3-5FA5-93FC-AAA9BDECEC01}" dt="2026-04-03T07:06:13.923" v="15" actId="478"/>
          <pc:sldLayoutMkLst>
            <pc:docMk/>
            <pc:sldMasterMk cId="3085880858" sldId="2147483666"/>
            <pc:sldLayoutMk cId="2465480188" sldId="2147483668"/>
          </pc:sldLayoutMkLst>
          <pc:picChg chg="add mod">
            <ac:chgData name="Arellanes, Damian" userId="d15dc209-dad8-4032-ae3c-00ad5dce332d" providerId="ADAL" clId="{69E3D6BB-47B3-5FA5-93FC-AAA9BDECEC01}" dt="2026-04-03T07:06:10.258" v="14"/>
            <ac:picMkLst>
              <pc:docMk/>
              <pc:sldMasterMk cId="3085880858" sldId="2147483666"/>
              <pc:sldLayoutMk cId="2465480188" sldId="2147483668"/>
              <ac:picMk id="4" creationId="{F24DDCEF-1F3F-0C23-D805-1CCC70996472}"/>
            </ac:picMkLst>
          </pc:picChg>
          <pc:picChg chg="del mod">
            <ac:chgData name="Arellanes, Damian" userId="d15dc209-dad8-4032-ae3c-00ad5dce332d" providerId="ADAL" clId="{69E3D6BB-47B3-5FA5-93FC-AAA9BDECEC01}" dt="2026-04-03T07:06:13.923" v="15" actId="478"/>
            <ac:picMkLst>
              <pc:docMk/>
              <pc:sldMasterMk cId="3085880858" sldId="2147483666"/>
              <pc:sldLayoutMk cId="2465480188" sldId="2147483668"/>
              <ac:picMk id="13" creationId="{6DA54611-9D21-4ACE-A640-5AE6BB84A402}"/>
            </ac:picMkLst>
          </pc:picChg>
        </pc:sldLayoutChg>
        <pc:sldLayoutChg chg="addSp delSp modSp mod">
          <pc:chgData name="Arellanes, Damian" userId="d15dc209-dad8-4032-ae3c-00ad5dce332d" providerId="ADAL" clId="{69E3D6BB-47B3-5FA5-93FC-AAA9BDECEC01}" dt="2026-04-03T07:06:30.510" v="18"/>
          <pc:sldLayoutMkLst>
            <pc:docMk/>
            <pc:sldMasterMk cId="3085880858" sldId="2147483666"/>
            <pc:sldLayoutMk cId="2184127414" sldId="2147483679"/>
          </pc:sldLayoutMkLst>
          <pc:picChg chg="add mod">
            <ac:chgData name="Arellanes, Damian" userId="d15dc209-dad8-4032-ae3c-00ad5dce332d" providerId="ADAL" clId="{69E3D6BB-47B3-5FA5-93FC-AAA9BDECEC01}" dt="2026-04-03T07:06:30.510" v="18"/>
            <ac:picMkLst>
              <pc:docMk/>
              <pc:sldMasterMk cId="3085880858" sldId="2147483666"/>
              <pc:sldLayoutMk cId="2184127414" sldId="2147483679"/>
              <ac:picMk id="2" creationId="{1353E595-598B-F7DE-1037-7AFA5A73B655}"/>
            </ac:picMkLst>
          </pc:picChg>
          <pc:picChg chg="del mod">
            <ac:chgData name="Arellanes, Damian" userId="d15dc209-dad8-4032-ae3c-00ad5dce332d" providerId="ADAL" clId="{69E3D6BB-47B3-5FA5-93FC-AAA9BDECEC01}" dt="2026-04-03T07:06:29.888" v="17" actId="478"/>
            <ac:picMkLst>
              <pc:docMk/>
              <pc:sldMasterMk cId="3085880858" sldId="2147483666"/>
              <pc:sldLayoutMk cId="2184127414" sldId="2147483679"/>
              <ac:picMk id="12" creationId="{34997FEC-8F79-47A3-A568-1CC27D45B943}"/>
            </ac:picMkLst>
          </pc:picChg>
        </pc:sldLayoutChg>
        <pc:sldLayoutChg chg="modSp mod">
          <pc:chgData name="Arellanes, Damian" userId="d15dc209-dad8-4032-ae3c-00ad5dce332d" providerId="ADAL" clId="{69E3D6BB-47B3-5FA5-93FC-AAA9BDECEC01}" dt="2026-04-03T07:05:41.690" v="12" actId="1076"/>
          <pc:sldLayoutMkLst>
            <pc:docMk/>
            <pc:sldMasterMk cId="3085880858" sldId="2147483666"/>
            <pc:sldLayoutMk cId="3108407404" sldId="2147483684"/>
          </pc:sldLayoutMkLst>
          <pc:picChg chg="mod">
            <ac:chgData name="Arellanes, Damian" userId="d15dc209-dad8-4032-ae3c-00ad5dce332d" providerId="ADAL" clId="{69E3D6BB-47B3-5FA5-93FC-AAA9BDECEC01}" dt="2026-04-03T07:05:41.690" v="12" actId="1076"/>
            <ac:picMkLst>
              <pc:docMk/>
              <pc:sldMasterMk cId="3085880858" sldId="2147483666"/>
              <pc:sldLayoutMk cId="3108407404" sldId="2147483684"/>
              <ac:picMk id="14" creationId="{748BDBDA-A7FA-4360-8B54-69F175B28C18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7D5F81-6206-3400-6626-F2CB2AD56E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CB2BC2-13FE-1278-1BF4-B6F1B5C6F1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95283-2FFD-AC49-AA5F-901222ECE540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E0B8C-1684-AA41-F72D-EDF2DB93F9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ADF46-D661-2805-F1FD-B58C8B490F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610D7-077D-E845-BE38-95A5817D5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475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2F3E7-441F-477B-9032-3EE7BEB30DA2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2F0C5-9915-4C9D-B9C1-C3246B8D4C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57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223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Separation of composition from operation</a:t>
            </a:r>
          </a:p>
          <a:p>
            <a:r>
              <a:rPr lang="en-US" dirty="0"/>
              <a:t>Separation of control flow and data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441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Sheffer function when single connective (only NAND and NOR)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2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30555-2E1C-30AE-5B3A-A002B4E65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71BC1-383C-2232-7989-97A1B2557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CCA68-3D30-ECE7-1398-086B23917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F556D-BC3D-0386-E0B6-3615DB617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619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91CA-8A80-ED19-E636-577EA149C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89473-F4B1-923A-8282-09B0CA2E6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50142-DDF3-724E-7796-ABC9E77B5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E24D6-A2DD-B47F-5AD5-0BA5318E7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21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0FC0-99CE-2154-19B9-5BD272FE2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F2F3D-BE85-A5AA-90A7-647B8062D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DD705-D016-FCBF-5FA4-7F334532B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6A86A-D24C-F0CC-61C5-2F06F29C2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177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83A6-45DF-9FCE-980C-B0A5FF35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77EEE-6C85-3289-A98E-2426A947D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47D75-51EA-B815-D223-28E31C8E3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41F07-FF0F-850F-E8B3-9ED1433A7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737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F311-A220-8393-D480-C53491A6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73EDF-94CC-3FD5-01F7-0D3F7716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205FB-7B0A-B79A-7CD7-DCEAB9FFE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2D667-55FF-12AC-F1D5-9EF1E6F5E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425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97BC6B07-530C-4694-A931-F01DB01EE33E}"/>
              </a:ext>
            </a:extLst>
          </p:cNvPr>
          <p:cNvSpPr/>
          <p:nvPr userDrawn="1"/>
        </p:nvSpPr>
        <p:spPr>
          <a:xfrm>
            <a:off x="153823" y="145278"/>
            <a:ext cx="8810715" cy="6546079"/>
          </a:xfrm>
          <a:custGeom>
            <a:avLst/>
            <a:gdLst/>
            <a:ahLst/>
            <a:cxnLst/>
            <a:rect l="l" t="t" r="r" b="b"/>
            <a:pathLst>
              <a:path w="8999220" h="6713220">
                <a:moveTo>
                  <a:pt x="0" y="6713004"/>
                </a:moveTo>
                <a:lnTo>
                  <a:pt x="8999004" y="6713004"/>
                </a:lnTo>
                <a:lnTo>
                  <a:pt x="8999004" y="0"/>
                </a:lnTo>
                <a:lnTo>
                  <a:pt x="0" y="0"/>
                </a:lnTo>
                <a:lnTo>
                  <a:pt x="0" y="6713004"/>
                </a:lnTo>
                <a:close/>
              </a:path>
            </a:pathLst>
          </a:custGeom>
          <a:solidFill>
            <a:srgbClr val="B511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16806"/>
            <a:ext cx="7772400" cy="1527339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defRPr sz="45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</a:t>
            </a:r>
            <a:br>
              <a:rPr lang="en-US" dirty="0"/>
            </a:br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7788" y="4012237"/>
            <a:ext cx="6858000" cy="1106693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  <a:br>
              <a:rPr lang="en-US" dirty="0"/>
            </a:br>
            <a:r>
              <a:rPr lang="en-US" dirty="0"/>
              <a:t>Insert presenter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88687" y="6154347"/>
            <a:ext cx="20574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68DC6395-2EE1-48E0-B1B8-D97ECF815E87}"/>
              </a:ext>
            </a:extLst>
          </p:cNvPr>
          <p:cNvSpPr/>
          <p:nvPr userDrawn="1"/>
        </p:nvSpPr>
        <p:spPr>
          <a:xfrm>
            <a:off x="824129" y="38200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Lancaster University">
            <a:extLst>
              <a:ext uri="{FF2B5EF4-FFF2-40B4-BE49-F238E27FC236}">
                <a16:creationId xmlns:a16="http://schemas.microsoft.com/office/drawing/2014/main" id="{6D9FAC59-F82E-45D3-AACC-CA5CBCBD0A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94" y="762000"/>
            <a:ext cx="2552491" cy="80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6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16806"/>
            <a:ext cx="7772400" cy="1527339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defRPr sz="45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</a:t>
            </a:r>
            <a:br>
              <a:rPr lang="en-US" dirty="0"/>
            </a:br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7788" y="4012237"/>
            <a:ext cx="6858000" cy="1106693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  <a:br>
              <a:rPr lang="en-US" dirty="0"/>
            </a:br>
            <a:r>
              <a:rPr lang="en-US" dirty="0"/>
              <a:t>Insert presenter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88687" y="6154347"/>
            <a:ext cx="2057400" cy="365125"/>
          </a:xfrm>
        </p:spPr>
        <p:txBody>
          <a:bodyPr/>
          <a:lstStyle>
            <a:lvl1pPr>
              <a:defRPr sz="1800"/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FD173A2F-4A2C-4B5B-9ABD-51792F8F6DFD}"/>
              </a:ext>
            </a:extLst>
          </p:cNvPr>
          <p:cNvSpPr/>
          <p:nvPr userDrawn="1"/>
        </p:nvSpPr>
        <p:spPr>
          <a:xfrm>
            <a:off x="824129" y="3779995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Lancaster University">
            <a:extLst>
              <a:ext uri="{FF2B5EF4-FFF2-40B4-BE49-F238E27FC236}">
                <a16:creationId xmlns:a16="http://schemas.microsoft.com/office/drawing/2014/main" id="{2279AC1B-5D11-4558-91B3-5BC464197C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191" y="762001"/>
            <a:ext cx="1870388" cy="59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4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16806"/>
            <a:ext cx="7772400" cy="1527339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defRPr sz="45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</a:t>
            </a:r>
            <a:br>
              <a:rPr lang="en-US" dirty="0"/>
            </a:br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7788" y="4012237"/>
            <a:ext cx="6858000" cy="1106693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  <a:br>
              <a:rPr lang="en-US" dirty="0"/>
            </a:br>
            <a:r>
              <a:rPr lang="en-US" dirty="0"/>
              <a:t>Insert presenter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88687" y="6154347"/>
            <a:ext cx="2057400" cy="365125"/>
          </a:xfrm>
        </p:spPr>
        <p:txBody>
          <a:bodyPr/>
          <a:lstStyle>
            <a:lvl1pPr>
              <a:defRPr sz="1800"/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45E5DA3-9E0D-4EA5-8A27-51E6CF3F145E}"/>
              </a:ext>
            </a:extLst>
          </p:cNvPr>
          <p:cNvSpPr/>
          <p:nvPr userDrawn="1"/>
        </p:nvSpPr>
        <p:spPr>
          <a:xfrm>
            <a:off x="824129" y="38200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13" descr="Lancaster University">
            <a:extLst>
              <a:ext uri="{FF2B5EF4-FFF2-40B4-BE49-F238E27FC236}">
                <a16:creationId xmlns:a16="http://schemas.microsoft.com/office/drawing/2014/main" id="{89FBDE8A-B290-48D7-BAC7-DD77AF9D72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62" y="762000"/>
            <a:ext cx="2565317" cy="810971"/>
          </a:xfrm>
          <a:prstGeom prst="rect">
            <a:avLst/>
          </a:prstGeom>
        </p:spPr>
      </p:pic>
      <p:sp>
        <p:nvSpPr>
          <p:cNvPr id="15" name="object 7">
            <a:extLst>
              <a:ext uri="{FF2B5EF4-FFF2-40B4-BE49-F238E27FC236}">
                <a16:creationId xmlns:a16="http://schemas.microsoft.com/office/drawing/2014/main" id="{6E0242F6-5B19-4916-9E05-493DA5A6E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196" y="670208"/>
            <a:ext cx="0" cy="748665"/>
          </a:xfrm>
          <a:custGeom>
            <a:avLst/>
            <a:gdLst/>
            <a:ahLst/>
            <a:cxnLst/>
            <a:rect l="l" t="t" r="r" b="b"/>
            <a:pathLst>
              <a:path h="748665">
                <a:moveTo>
                  <a:pt x="0" y="0"/>
                </a:moveTo>
                <a:lnTo>
                  <a:pt x="0" y="748474"/>
                </a:lnTo>
              </a:path>
            </a:pathLst>
          </a:custGeom>
          <a:ln w="22631">
            <a:solidFill>
              <a:srgbClr val="6A73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 descr="University Academy 92 Manchester">
            <a:extLst>
              <a:ext uri="{FF2B5EF4-FFF2-40B4-BE49-F238E27FC236}">
                <a16:creationId xmlns:a16="http://schemas.microsoft.com/office/drawing/2014/main" id="{23741D02-BEA4-4812-BE2B-4A58E2A4CA48}"/>
              </a:ext>
            </a:extLst>
          </p:cNvPr>
          <p:cNvSpPr/>
          <p:nvPr userDrawn="1"/>
        </p:nvSpPr>
        <p:spPr>
          <a:xfrm>
            <a:off x="4097947" y="766318"/>
            <a:ext cx="1220660" cy="6408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 descr="Blackburn College">
            <a:extLst>
              <a:ext uri="{FF2B5EF4-FFF2-40B4-BE49-F238E27FC236}">
                <a16:creationId xmlns:a16="http://schemas.microsoft.com/office/drawing/2014/main" id="{4460A8C7-4BF2-4DF5-AE02-3E450CBC020D}"/>
              </a:ext>
            </a:extLst>
          </p:cNvPr>
          <p:cNvSpPr/>
          <p:nvPr userDrawn="1"/>
        </p:nvSpPr>
        <p:spPr>
          <a:xfrm>
            <a:off x="2436480" y="782845"/>
            <a:ext cx="1453349" cy="509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0" descr="Furness College">
            <a:extLst>
              <a:ext uri="{FF2B5EF4-FFF2-40B4-BE49-F238E27FC236}">
                <a16:creationId xmlns:a16="http://schemas.microsoft.com/office/drawing/2014/main" id="{EE04F283-2CA8-45EA-95F1-01B0D9B8A14F}"/>
              </a:ext>
            </a:extLst>
          </p:cNvPr>
          <p:cNvSpPr/>
          <p:nvPr userDrawn="1"/>
        </p:nvSpPr>
        <p:spPr>
          <a:xfrm>
            <a:off x="794449" y="768764"/>
            <a:ext cx="1472002" cy="5765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837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FF025D24-2A1F-4A67-B11B-BBB27058480F}"/>
              </a:ext>
            </a:extLst>
          </p:cNvPr>
          <p:cNvSpPr/>
          <p:nvPr userDrawn="1"/>
        </p:nvSpPr>
        <p:spPr>
          <a:xfrm>
            <a:off x="170917" y="170916"/>
            <a:ext cx="8802168" cy="6537533"/>
          </a:xfrm>
          <a:custGeom>
            <a:avLst/>
            <a:gdLst/>
            <a:ahLst/>
            <a:cxnLst/>
            <a:rect l="l" t="t" r="r" b="b"/>
            <a:pathLst>
              <a:path w="8999855" h="6713855">
                <a:moveTo>
                  <a:pt x="0" y="6713410"/>
                </a:moveTo>
                <a:lnTo>
                  <a:pt x="8999410" y="6713410"/>
                </a:lnTo>
                <a:lnTo>
                  <a:pt x="8999410" y="0"/>
                </a:lnTo>
                <a:lnTo>
                  <a:pt x="0" y="0"/>
                </a:lnTo>
                <a:lnTo>
                  <a:pt x="0" y="6713410"/>
                </a:lnTo>
                <a:close/>
              </a:path>
            </a:pathLst>
          </a:custGeom>
          <a:solidFill>
            <a:srgbClr val="7CB1C5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16806"/>
            <a:ext cx="7772400" cy="1527339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defRPr sz="45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</a:t>
            </a:r>
            <a:br>
              <a:rPr lang="en-US" dirty="0"/>
            </a:br>
            <a:r>
              <a:rPr lang="en-US" dirty="0"/>
              <a:t>section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7788" y="4012237"/>
            <a:ext cx="6858000" cy="1106693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  <a:br>
              <a:rPr lang="en-US" dirty="0"/>
            </a:br>
            <a:r>
              <a:rPr lang="en-US" dirty="0"/>
              <a:t>Insert presenter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88687" y="6154347"/>
            <a:ext cx="20574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E19778BA-78CF-4F59-A9D6-A20950FB3B1D}"/>
              </a:ext>
            </a:extLst>
          </p:cNvPr>
          <p:cNvSpPr/>
          <p:nvPr userDrawn="1"/>
        </p:nvSpPr>
        <p:spPr>
          <a:xfrm>
            <a:off x="824129" y="38200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Lancaster University">
            <a:extLst>
              <a:ext uri="{FF2B5EF4-FFF2-40B4-BE49-F238E27FC236}">
                <a16:creationId xmlns:a16="http://schemas.microsoft.com/office/drawing/2014/main" id="{60625C31-2A9C-4627-8FD8-77B68A2A7C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94" y="762000"/>
            <a:ext cx="2552491" cy="80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2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826" y="668216"/>
            <a:ext cx="5340481" cy="1022473"/>
          </a:xfrm>
        </p:spPr>
        <p:txBody>
          <a:bodyPr>
            <a:normAutofit/>
          </a:bodyPr>
          <a:lstStyle>
            <a:lvl1pPr>
              <a:lnSpc>
                <a:spcPts val="3600"/>
              </a:lnSpc>
              <a:spcBef>
                <a:spcPts val="320"/>
              </a:spcBef>
              <a:defRPr sz="34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92571"/>
            <a:ext cx="7886700" cy="4014315"/>
          </a:xfrm>
        </p:spPr>
        <p:txBody>
          <a:bodyPr/>
          <a:lstStyle>
            <a:lvl1pPr>
              <a:spcBef>
                <a:spcPts val="960"/>
              </a:spcBef>
              <a:buClr>
                <a:srgbClr val="AEB4B9"/>
              </a:buClr>
              <a:defRPr sz="2600"/>
            </a:lvl1pPr>
            <a:lvl2pPr>
              <a:spcBef>
                <a:spcPts val="960"/>
              </a:spcBef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68BAA43-A8BD-4E49-AC41-15EB71CFB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156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DAB56063-C065-4615-AFC7-4C57FC339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1791" y="1858523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5480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2092569"/>
            <a:ext cx="7011865" cy="4014317"/>
          </a:xfrm>
        </p:spPr>
        <p:txBody>
          <a:bodyPr/>
          <a:lstStyle>
            <a:lvl1pPr marL="0" indent="0">
              <a:spcBef>
                <a:spcPts val="960"/>
              </a:spcBef>
              <a:buClr>
                <a:srgbClr val="AEB4B9"/>
              </a:buClr>
              <a:buNone/>
              <a:defRPr sz="2600"/>
            </a:lvl1pPr>
            <a:lvl2pPr>
              <a:spcBef>
                <a:spcPts val="960"/>
              </a:spcBef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Template slide: text only (use italics for sub-headings)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68BAA43-A8BD-4E49-AC41-15EB71CFB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46FC20C-FB86-4874-BEA9-18FB8BD1F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1791" y="1858523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012CCF8-17A7-457E-88AC-25B11FB5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6" y="668216"/>
            <a:ext cx="5340481" cy="1022473"/>
          </a:xfrm>
        </p:spPr>
        <p:txBody>
          <a:bodyPr>
            <a:normAutofit/>
          </a:bodyPr>
          <a:lstStyle>
            <a:lvl1pPr>
              <a:lnSpc>
                <a:spcPts val="3600"/>
              </a:lnSpc>
              <a:spcBef>
                <a:spcPts val="320"/>
              </a:spcBef>
              <a:defRPr sz="34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840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75D8C4-2991-4037-8748-66E7016A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5705" y="2205022"/>
            <a:ext cx="7434930" cy="1399152"/>
          </a:xfrm>
        </p:spPr>
        <p:txBody>
          <a:bodyPr anchor="b">
            <a:normAutofit/>
          </a:bodyPr>
          <a:lstStyle>
            <a:lvl1pPr algn="l">
              <a:lnSpc>
                <a:spcPts val="3300"/>
              </a:lnSpc>
              <a:spcBef>
                <a:spcPts val="832"/>
              </a:spcBef>
              <a:defRPr sz="45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question text here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ADBCC1D-FAB7-4466-BDC3-BEF345060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BF8A9E9D-EA51-4193-885C-A9F0845D5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091" y="3845584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412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5887E-4F05-4593-B389-647D40DD0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860" y="1858523"/>
            <a:ext cx="3868340" cy="64655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9B9D8-EA34-4852-A458-9C736D59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860" y="2505075"/>
            <a:ext cx="3868340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E91B9-1447-4EAE-9AB6-9200E96A9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858523"/>
            <a:ext cx="3887391" cy="64655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05AF1-67AB-413D-B37A-83B233A5D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2D96272-B6FE-48B8-8E57-484427500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AB714264-F8FF-4258-B4EE-B3548F169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1791" y="1858523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A618DBC-FC1D-459B-8E1E-C65F284C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6" y="668216"/>
            <a:ext cx="5340481" cy="1022473"/>
          </a:xfrm>
        </p:spPr>
        <p:txBody>
          <a:bodyPr>
            <a:normAutofit/>
          </a:bodyPr>
          <a:lstStyle>
            <a:lvl1pPr>
              <a:lnSpc>
                <a:spcPts val="3600"/>
              </a:lnSpc>
              <a:spcBef>
                <a:spcPts val="320"/>
              </a:spcBef>
              <a:defRPr sz="34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4" name="Picture 23" descr="Lancaster University">
            <a:extLst>
              <a:ext uri="{FF2B5EF4-FFF2-40B4-BE49-F238E27FC236}">
                <a16:creationId xmlns:a16="http://schemas.microsoft.com/office/drawing/2014/main" id="{2CBC7160-5C30-425D-A5BA-EFAFF03A0F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8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B60475B-7D3F-4BE2-9C2D-BBD84BDFE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24EA18C7-0A5B-4754-87DB-56029965C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1791" y="1858523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BB6B0ED-30AC-43D0-AC8A-25DADB23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6" y="668216"/>
            <a:ext cx="5340481" cy="1022473"/>
          </a:xfrm>
        </p:spPr>
        <p:txBody>
          <a:bodyPr>
            <a:normAutofit/>
          </a:bodyPr>
          <a:lstStyle>
            <a:lvl1pPr>
              <a:lnSpc>
                <a:spcPts val="3600"/>
              </a:lnSpc>
              <a:spcBef>
                <a:spcPts val="320"/>
              </a:spcBef>
              <a:defRPr sz="34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 descr="Lancaster University">
            <a:extLst>
              <a:ext uri="{FF2B5EF4-FFF2-40B4-BE49-F238E27FC236}">
                <a16:creationId xmlns:a16="http://schemas.microsoft.com/office/drawing/2014/main" id="{94FC4F8C-FC3E-4621-A8E4-01B9FA26ED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8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54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B60475B-7D3F-4BE2-9C2D-BBD84BDFE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14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bk object 16">
            <a:extLst>
              <a:ext uri="{FF2B5EF4-FFF2-40B4-BE49-F238E27FC236}">
                <a16:creationId xmlns:a16="http://schemas.microsoft.com/office/drawing/2014/main" id="{B228C834-E0BF-4130-9AA4-11A4C62B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003" y="95973"/>
            <a:ext cx="8964539" cy="6666230"/>
          </a:xfrm>
          <a:custGeom>
            <a:avLst/>
            <a:gdLst/>
            <a:ahLst/>
            <a:cxnLst/>
            <a:rect l="l" t="t" r="r" b="b"/>
            <a:pathLst>
              <a:path w="12001500" h="6666230">
                <a:moveTo>
                  <a:pt x="0" y="6666039"/>
                </a:moveTo>
                <a:lnTo>
                  <a:pt x="12001233" y="6666039"/>
                </a:lnTo>
                <a:lnTo>
                  <a:pt x="12001233" y="0"/>
                </a:lnTo>
                <a:lnTo>
                  <a:pt x="0" y="0"/>
                </a:lnTo>
                <a:lnTo>
                  <a:pt x="0" y="6666039"/>
                </a:lnTo>
                <a:close/>
              </a:path>
            </a:pathLst>
          </a:custGeom>
          <a:ln w="191960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08588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7" r:id="rId2"/>
    <p:sldLayoutId id="2147483683" r:id="rId3"/>
    <p:sldLayoutId id="2147483682" r:id="rId4"/>
    <p:sldLayoutId id="2147483668" r:id="rId5"/>
    <p:sldLayoutId id="2147483684" r:id="rId6"/>
    <p:sldLayoutId id="2147483679" r:id="rId7"/>
    <p:sldLayoutId id="2147483653" r:id="rId8"/>
    <p:sldLayoutId id="2147483672" r:id="rId9"/>
    <p:sldLayoutId id="214748368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olean_circui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https://circuitverse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E653-6E27-4831-86B7-E039851F5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Compositional Control-Driven </a:t>
            </a:r>
            <a:br>
              <a:rPr lang="en-GB" dirty="0"/>
            </a:br>
            <a:r>
              <a:rPr lang="en-GB" dirty="0"/>
              <a:t>Boolean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D63C9-F6C8-478C-89B8-93946BDDB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788" y="4012237"/>
            <a:ext cx="6858000" cy="1907917"/>
          </a:xfrm>
        </p:spPr>
        <p:txBody>
          <a:bodyPr/>
          <a:lstStyle/>
          <a:p>
            <a:r>
              <a:rPr lang="en-GB" dirty="0"/>
              <a:t>Damian Arellanes</a:t>
            </a:r>
          </a:p>
          <a:p>
            <a:r>
              <a:rPr lang="en-GB" sz="2000" dirty="0"/>
              <a:t>Theoretical Computer Science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7A4EB-0CC6-4561-A126-9A20F1A4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0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6A420-C90A-F4DB-2E59-5C1C9191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0F9-3E64-90AF-FC23-3183A1324C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D183B9-12D2-6D8A-6FF4-D5B79415E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19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367E-3DC1-E1D4-F216-6AC7E578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76A79-B547-1E2F-E4B8-FE81F916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6" y="668216"/>
            <a:ext cx="7971648" cy="1022473"/>
          </a:xfrm>
        </p:spPr>
        <p:txBody>
          <a:bodyPr/>
          <a:lstStyle/>
          <a:p>
            <a:r>
              <a:rPr lang="en-GB" dirty="0"/>
              <a:t>Emergence of Sequential Program Spaces (2021)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91028-4F4A-E043-DD27-7D3D079D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CD880-C30E-EFAA-9E6E-9C23CF47C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426" y="1818702"/>
            <a:ext cx="5340481" cy="484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0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2F399-F75E-87E1-04C6-179AD4219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1112-3D0D-4CBD-7263-B1256B8C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6" y="668216"/>
            <a:ext cx="7971648" cy="1022473"/>
          </a:xfrm>
        </p:spPr>
        <p:txBody>
          <a:bodyPr/>
          <a:lstStyle/>
          <a:p>
            <a:r>
              <a:rPr lang="en-GB" dirty="0" err="1"/>
              <a:t>Computons</a:t>
            </a:r>
            <a:r>
              <a:rPr lang="en-GB" dirty="0"/>
              <a:t> (2023)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90193-97BF-1463-5398-291BF8A97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B87B6-69FF-618C-B901-BC715435E92E}"/>
              </a:ext>
            </a:extLst>
          </p:cNvPr>
          <p:cNvSpPr txBox="1"/>
          <p:nvPr/>
        </p:nvSpPr>
        <p:spPr>
          <a:xfrm>
            <a:off x="608826" y="2161309"/>
            <a:ext cx="7005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D. Arellanes. </a:t>
            </a:r>
            <a:r>
              <a:rPr lang="en-US" i="1" dirty="0"/>
              <a:t>Compositional Separation of Control Flow and Data Flow</a:t>
            </a:r>
            <a:r>
              <a:rPr lang="en-US" dirty="0"/>
              <a:t>. </a:t>
            </a:r>
          </a:p>
          <a:p>
            <a:r>
              <a:rPr lang="en-US" dirty="0"/>
              <a:t>Journal of Logical and Algebraic Methods in Programming, vol. 150, 2026.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CADAC5-8EAF-C2C0-6A79-E19A1A0C0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21" y="3121891"/>
            <a:ext cx="2814858" cy="1649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43621-9C4C-9FFD-10B1-3955D4F60F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4" y="5085145"/>
            <a:ext cx="7772400" cy="12130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C5E60A-2624-D9B7-9ABD-D3F039FF0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405" y="196815"/>
            <a:ext cx="3817088" cy="180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6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42069-D20E-9038-A37B-1818364F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057E-22DD-C265-F0DB-7286B41A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54B62-6BE7-10AA-F032-3B58C910A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B7091D-8DF0-346D-1C73-424697786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818" y="1592384"/>
            <a:ext cx="3810000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8A6A38-F934-6902-A012-9141C70F3EA3}"/>
              </a:ext>
            </a:extLst>
          </p:cNvPr>
          <p:cNvSpPr txBox="1"/>
          <p:nvPr/>
        </p:nvSpPr>
        <p:spPr>
          <a:xfrm>
            <a:off x="203169" y="6410857"/>
            <a:ext cx="29915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>
                <a:hlinkClick r:id="rId3"/>
              </a:rPr>
              <a:t>https://en.wikipedia.org/wiki/Boolean_circuit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31374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F860-6658-C03F-4BE5-FFB4F980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40F5-269A-86EF-3A79-61207003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Completeness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4D2F6-1C28-5E55-5CEA-4B27E7862D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234153"/>
                <a:ext cx="7886700" cy="387273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sz="2800" dirty="0">
                    <a:solidFill>
                      <a:srgbClr val="B5121B"/>
                    </a:solidFill>
                  </a:rPr>
                  <a:t>Examples of (minimal) functional complete sets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∧,∨,¬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,¬</m:t>
                        </m:r>
                      </m:e>
                    </m: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↑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4D2F6-1C28-5E55-5CEA-4B27E7862D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234153"/>
                <a:ext cx="7886700" cy="3872733"/>
              </a:xfrm>
              <a:blipFill>
                <a:blip r:embed="rId3"/>
                <a:stretch>
                  <a:fillRect l="-1608" t="-2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72620-DA28-9CC7-8E9D-DCBB332FF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6F740C-E910-03B4-139D-4A12F7FB3D06}"/>
              </a:ext>
            </a:extLst>
          </p:cNvPr>
          <p:cNvSpPr/>
          <p:nvPr/>
        </p:nvSpPr>
        <p:spPr>
          <a:xfrm>
            <a:off x="506626" y="3713319"/>
            <a:ext cx="1421027" cy="4572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5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9D55C-1E27-6CC9-9000-AA880FAF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BE54-ACD4-00F4-96B6-4533E252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F0BB-61E4-589B-D311-3EBDEEEFB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34153"/>
            <a:ext cx="7886700" cy="3872733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>
                <a:solidFill>
                  <a:srgbClr val="B5121B"/>
                </a:solidFill>
              </a:rPr>
              <a:t>We can use NAND gates to construct any possible Boolean circuit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D16EF-AEDE-F4AD-8F2A-0D8781D03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F3D720-049A-28DD-05C0-FC1B0B180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2" t="19635" r="50142" b="68220"/>
          <a:stretch>
            <a:fillRect/>
          </a:stretch>
        </p:blipFill>
        <p:spPr>
          <a:xfrm>
            <a:off x="2539150" y="3501012"/>
            <a:ext cx="978196" cy="4678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8EADFA-CB01-24F7-10C4-4A30BCFBC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54" t="36616" r="37328" b="49968"/>
          <a:stretch>
            <a:fillRect/>
          </a:stretch>
        </p:blipFill>
        <p:spPr>
          <a:xfrm>
            <a:off x="2561200" y="4485861"/>
            <a:ext cx="1998921" cy="5168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795D27-7CEE-1740-C425-67F3BD12E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3" t="57913" r="40201" b="17138"/>
          <a:stretch>
            <a:fillRect/>
          </a:stretch>
        </p:blipFill>
        <p:spPr>
          <a:xfrm>
            <a:off x="2274977" y="5519699"/>
            <a:ext cx="1839433" cy="961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8BB460-E9EC-F501-142F-518D33C5817C}"/>
                  </a:ext>
                </a:extLst>
              </p:cNvPr>
              <p:cNvSpPr txBox="1"/>
              <p:nvPr/>
            </p:nvSpPr>
            <p:spPr>
              <a:xfrm>
                <a:off x="1668206" y="3550262"/>
                <a:ext cx="9238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0" dirty="0"/>
                  <a:t>NOT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8BB460-E9EC-F501-142F-518D33C58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206" y="3550262"/>
                <a:ext cx="923843" cy="369332"/>
              </a:xfrm>
              <a:prstGeom prst="rect">
                <a:avLst/>
              </a:prstGeom>
              <a:blipFill>
                <a:blip r:embed="rId4"/>
                <a:stretch>
                  <a:fillRect l="-540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4DB691-238D-9FD1-F0E6-B0E0E70644D7}"/>
                  </a:ext>
                </a:extLst>
              </p:cNvPr>
              <p:cNvSpPr txBox="1"/>
              <p:nvPr/>
            </p:nvSpPr>
            <p:spPr>
              <a:xfrm>
                <a:off x="1597867" y="5790960"/>
                <a:ext cx="7938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OR</a:t>
                </a:r>
                <a:r>
                  <a:rPr lang="en-GB" b="0" dirty="0"/>
                  <a:t>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4DB691-238D-9FD1-F0E6-B0E0E7064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867" y="5790960"/>
                <a:ext cx="793807" cy="369332"/>
              </a:xfrm>
              <a:prstGeom prst="rect">
                <a:avLst/>
              </a:prstGeom>
              <a:blipFill>
                <a:blip r:embed="rId5"/>
                <a:stretch>
                  <a:fillRect l="-6250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4CF02B-445C-579D-3E4D-305BEEA60FE9}"/>
                  </a:ext>
                </a:extLst>
              </p:cNvPr>
              <p:cNvSpPr txBox="1"/>
              <p:nvPr/>
            </p:nvSpPr>
            <p:spPr>
              <a:xfrm>
                <a:off x="1597867" y="4559606"/>
                <a:ext cx="9412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AND</a:t>
                </a:r>
                <a:r>
                  <a:rPr lang="en-GB" b="0" dirty="0"/>
                  <a:t>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4CF02B-445C-579D-3E4D-305BEEA60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867" y="4559606"/>
                <a:ext cx="941283" cy="369332"/>
              </a:xfrm>
              <a:prstGeom prst="rect">
                <a:avLst/>
              </a:prstGeom>
              <a:blipFill>
                <a:blip r:embed="rId6"/>
                <a:stretch>
                  <a:fillRect l="-526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AA148F9-7D3F-6CD2-00CA-214A99E9493B}"/>
              </a:ext>
            </a:extLst>
          </p:cNvPr>
          <p:cNvSpPr txBox="1"/>
          <p:nvPr/>
        </p:nvSpPr>
        <p:spPr>
          <a:xfrm>
            <a:off x="5385191" y="6404129"/>
            <a:ext cx="33073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*Circuits created with </a:t>
            </a:r>
            <a:r>
              <a:rPr lang="en-US" sz="1000" dirty="0" err="1"/>
              <a:t>CircuitVerse</a:t>
            </a:r>
            <a:r>
              <a:rPr lang="en-US" sz="1000" dirty="0"/>
              <a:t>: </a:t>
            </a:r>
            <a:r>
              <a:rPr lang="en-US" sz="1000" dirty="0">
                <a:hlinkClick r:id="rId7"/>
              </a:rPr>
              <a:t>https://circuitverse.org/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7799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1B2F0-9A1E-2ABE-7171-EBFFA4AC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9AED-6590-3974-3F9C-A9766EED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5270-DB9C-9C74-4DB3-AC89D0142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34153"/>
            <a:ext cx="7886700" cy="3872733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>
                <a:solidFill>
                  <a:srgbClr val="B5121B"/>
                </a:solidFill>
              </a:rPr>
              <a:t>We can use NAND gates to construct any possible Boolean circuit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76F1F-C39B-8C82-5B61-04986F2F0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1B8CE3-8450-0C73-9C52-DD7FCCB93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22" t="17069" r="32832" b="53717"/>
          <a:stretch>
            <a:fillRect/>
          </a:stretch>
        </p:blipFill>
        <p:spPr>
          <a:xfrm>
            <a:off x="4400171" y="3429000"/>
            <a:ext cx="4107575" cy="159488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4076817-41F9-DBD4-0DFF-F6B0AA7F7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914" y="3099528"/>
            <a:ext cx="2036814" cy="245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B83178-C55C-F692-D46E-658C0D09F807}"/>
                  </a:ext>
                </a:extLst>
              </p:cNvPr>
              <p:cNvSpPr txBox="1"/>
              <p:nvPr/>
            </p:nvSpPr>
            <p:spPr>
              <a:xfrm>
                <a:off x="3540647" y="3987915"/>
                <a:ext cx="41069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B83178-C55C-F692-D46E-658C0D09F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47" y="3987915"/>
                <a:ext cx="410690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91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713F4-5AC5-2216-D072-266534C3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23174-49BD-E43D-D234-B37E788D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F2FBE-4C00-B45A-D3F4-92FC4177C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87644"/>
            <a:ext cx="7886700" cy="3872733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>
                <a:solidFill>
                  <a:srgbClr val="B5121B"/>
                </a:solidFill>
              </a:rPr>
              <a:t>We can use NAND gates to construct any possible Boolean circuit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FF58A-9CFF-9B12-01D7-145A8F689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FBB2F-026A-9FB5-7F91-4EEEE8B105DC}"/>
              </a:ext>
            </a:extLst>
          </p:cNvPr>
          <p:cNvSpPr txBox="1"/>
          <p:nvPr/>
        </p:nvSpPr>
        <p:spPr>
          <a:xfrm>
            <a:off x="1883474" y="6002055"/>
            <a:ext cx="5841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Insight:</a:t>
            </a:r>
            <a:r>
              <a:rPr lang="en-US" dirty="0"/>
              <a:t> There is implicit control flow in every Boolean circuit</a:t>
            </a:r>
          </a:p>
          <a:p>
            <a:r>
              <a:rPr lang="en-US" b="1" dirty="0"/>
              <a:t>Problem: </a:t>
            </a:r>
            <a:r>
              <a:rPr lang="en-US" dirty="0"/>
              <a:t>How to make it explicit?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739F4-5B26-5C6D-7D07-C6F3F6DBE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22" t="17069" r="32832" b="53717"/>
          <a:stretch>
            <a:fillRect/>
          </a:stretch>
        </p:blipFill>
        <p:spPr>
          <a:xfrm>
            <a:off x="1689852" y="3220438"/>
            <a:ext cx="5764295" cy="22381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2F05A2-BA62-16A5-32BB-26CC38FF8AC8}"/>
              </a:ext>
            </a:extLst>
          </p:cNvPr>
          <p:cNvSpPr/>
          <p:nvPr/>
        </p:nvSpPr>
        <p:spPr>
          <a:xfrm>
            <a:off x="2190307" y="3220438"/>
            <a:ext cx="1467293" cy="56475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924F-6B07-D4E0-559C-9C0AD3956B18}"/>
              </a:ext>
            </a:extLst>
          </p:cNvPr>
          <p:cNvSpPr/>
          <p:nvPr/>
        </p:nvSpPr>
        <p:spPr>
          <a:xfrm>
            <a:off x="2190306" y="4170519"/>
            <a:ext cx="1467293" cy="56475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415380-AC85-4794-7A4E-3FC499470B4C}"/>
              </a:ext>
            </a:extLst>
          </p:cNvPr>
          <p:cNvSpPr/>
          <p:nvPr/>
        </p:nvSpPr>
        <p:spPr>
          <a:xfrm>
            <a:off x="2066260" y="3104707"/>
            <a:ext cx="2505740" cy="78680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0A620A-BBC0-3A44-4431-493189AEE6E9}"/>
              </a:ext>
            </a:extLst>
          </p:cNvPr>
          <p:cNvSpPr/>
          <p:nvPr/>
        </p:nvSpPr>
        <p:spPr>
          <a:xfrm>
            <a:off x="2066260" y="4090992"/>
            <a:ext cx="1825256" cy="148333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4EF68-82F4-B926-ACCA-919AD95F58DA}"/>
              </a:ext>
            </a:extLst>
          </p:cNvPr>
          <p:cNvSpPr/>
          <p:nvPr/>
        </p:nvSpPr>
        <p:spPr>
          <a:xfrm>
            <a:off x="4040090" y="4319249"/>
            <a:ext cx="678711" cy="99703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77C64E-C62C-2937-CAFB-34EADACE911F}"/>
              </a:ext>
            </a:extLst>
          </p:cNvPr>
          <p:cNvSpPr/>
          <p:nvPr/>
        </p:nvSpPr>
        <p:spPr>
          <a:xfrm>
            <a:off x="3985154" y="4170519"/>
            <a:ext cx="1467293" cy="128807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55E900-4056-9D43-1918-E6A5426052B7}"/>
              </a:ext>
            </a:extLst>
          </p:cNvPr>
          <p:cNvSpPr/>
          <p:nvPr/>
        </p:nvSpPr>
        <p:spPr>
          <a:xfrm>
            <a:off x="1786270" y="3953274"/>
            <a:ext cx="3806456" cy="177606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38EA0F-84BC-3741-3B58-75321E2E0B9D}"/>
              </a:ext>
            </a:extLst>
          </p:cNvPr>
          <p:cNvSpPr/>
          <p:nvPr/>
        </p:nvSpPr>
        <p:spPr>
          <a:xfrm>
            <a:off x="5709685" y="3808615"/>
            <a:ext cx="1368056" cy="56475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444A9-9ED2-ED04-D850-967FA37AC186}"/>
              </a:ext>
            </a:extLst>
          </p:cNvPr>
          <p:cNvSpPr/>
          <p:nvPr/>
        </p:nvSpPr>
        <p:spPr>
          <a:xfrm>
            <a:off x="1689852" y="3022333"/>
            <a:ext cx="3956206" cy="284472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9AA22-EDFD-4B2D-8574-5EAAEEEC4EB0}"/>
              </a:ext>
            </a:extLst>
          </p:cNvPr>
          <p:cNvSpPr/>
          <p:nvPr/>
        </p:nvSpPr>
        <p:spPr>
          <a:xfrm>
            <a:off x="1578543" y="2916455"/>
            <a:ext cx="5573028" cy="30856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3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D3C1-120C-EF2E-212C-1A5DA836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0042-BBD1-98B5-156C-F7C3F48C3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Control-Driven Boolean Circuits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EDB30C-31A3-6F73-7FB8-3F59916FB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63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Control-Driven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F30D86-5B5F-E814-D7DB-6A36422CF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1690689"/>
            <a:ext cx="7772400" cy="851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3DCE08-89FA-1C0C-9FDD-BBA51D613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788355"/>
            <a:ext cx="7772400" cy="3803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9F3B4B-EE0C-7122-0615-06C792918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45" t="12177" b="66593"/>
          <a:stretch>
            <a:fillRect/>
          </a:stretch>
        </p:blipFill>
        <p:spPr>
          <a:xfrm>
            <a:off x="4779837" y="421944"/>
            <a:ext cx="2541070" cy="80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81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8223B-7AE5-E2EF-7E86-73D136C1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F2B3-F60B-23E9-4048-80674C35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Control-Driven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D2A0B-6DEA-6156-66E9-E51CF89AA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C4E3A-D3AB-39C6-0137-1C6784E4A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0"/>
          <a:stretch>
            <a:fillRect/>
          </a:stretch>
        </p:blipFill>
        <p:spPr>
          <a:xfrm>
            <a:off x="1292220" y="2888494"/>
            <a:ext cx="5820850" cy="359230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3A2AB05-DFF5-065B-75A4-BC573FE46982}"/>
              </a:ext>
            </a:extLst>
          </p:cNvPr>
          <p:cNvGrpSpPr/>
          <p:nvPr/>
        </p:nvGrpSpPr>
        <p:grpSpPr>
          <a:xfrm>
            <a:off x="608826" y="2001353"/>
            <a:ext cx="7772400" cy="587843"/>
            <a:chOff x="608826" y="2001353"/>
            <a:chExt cx="7772400" cy="58784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1DB2258-0730-F688-FE42-77866B1D3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4545"/>
            <a:stretch>
              <a:fillRect/>
            </a:stretch>
          </p:blipFill>
          <p:spPr>
            <a:xfrm>
              <a:off x="608826" y="2001353"/>
              <a:ext cx="7772400" cy="587843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6EBD3BD-80A1-4D67-F075-6E75DBB576C2}"/>
                </a:ext>
              </a:extLst>
            </p:cNvPr>
            <p:cNvSpPr/>
            <p:nvPr/>
          </p:nvSpPr>
          <p:spPr>
            <a:xfrm>
              <a:off x="5214551" y="2372497"/>
              <a:ext cx="734756" cy="210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8599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5E67-92CF-FC11-A7D4-F73E218F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A9B1-1238-B856-82EF-6E47CC22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Circuit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5B707-8DCB-9713-D704-0CB306F27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5C44E-DC10-EB99-A7D9-54774ABD7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82"/>
          <a:stretch>
            <a:fillRect/>
          </a:stretch>
        </p:blipFill>
        <p:spPr>
          <a:xfrm>
            <a:off x="1500057" y="3224463"/>
            <a:ext cx="5820850" cy="2534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9B5FC7-160A-8C77-91EC-316CAC82F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1988791"/>
            <a:ext cx="7772400" cy="6016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5D8BF5F-3ED3-1363-A972-B2055B4A635E}"/>
              </a:ext>
            </a:extLst>
          </p:cNvPr>
          <p:cNvSpPr/>
          <p:nvPr/>
        </p:nvSpPr>
        <p:spPr>
          <a:xfrm>
            <a:off x="2752825" y="3532472"/>
            <a:ext cx="298383" cy="1251284"/>
          </a:xfrm>
          <a:prstGeom prst="ellipse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88544B-BA9C-40ED-1358-A9C648599350}"/>
              </a:ext>
            </a:extLst>
          </p:cNvPr>
          <p:cNvSpPr/>
          <p:nvPr/>
        </p:nvSpPr>
        <p:spPr>
          <a:xfrm>
            <a:off x="5036866" y="4052236"/>
            <a:ext cx="298383" cy="567890"/>
          </a:xfrm>
          <a:prstGeom prst="ellipse">
            <a:avLst/>
          </a:prstGeom>
          <a:solidFill>
            <a:schemeClr val="accent6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4F11D6-732A-5AE2-E010-BC7A7D73F738}"/>
                  </a:ext>
                </a:extLst>
              </p:cNvPr>
              <p:cNvSpPr txBox="1"/>
              <p:nvPr/>
            </p:nvSpPr>
            <p:spPr>
              <a:xfrm>
                <a:off x="2319782" y="4076186"/>
                <a:ext cx="3412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4F11D6-732A-5AE2-E010-BC7A7D73F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782" y="4076186"/>
                <a:ext cx="341247" cy="276999"/>
              </a:xfrm>
              <a:prstGeom prst="rect">
                <a:avLst/>
              </a:prstGeom>
              <a:blipFill>
                <a:blip r:embed="rId4"/>
                <a:stretch>
                  <a:fillRect l="-14286" r="-3571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8D46A7-80E6-23EA-F94F-9D2A09DD01C6}"/>
                  </a:ext>
                </a:extLst>
              </p:cNvPr>
              <p:cNvSpPr txBox="1"/>
              <p:nvPr/>
            </p:nvSpPr>
            <p:spPr>
              <a:xfrm>
                <a:off x="5427045" y="4214686"/>
                <a:ext cx="3412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8D46A7-80E6-23EA-F94F-9D2A09DD0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045" y="4214686"/>
                <a:ext cx="341247" cy="276999"/>
              </a:xfrm>
              <a:prstGeom prst="rect">
                <a:avLst/>
              </a:prstGeom>
              <a:blipFill>
                <a:blip r:embed="rId5"/>
                <a:stretch>
                  <a:fillRect l="-1428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702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A994-6525-698D-E0A2-BE638D1E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1F20-CB7F-180D-EBB3-2FE21D2CA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Soundness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E38E3-8868-ECA2-25C0-20F55D28A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DF3F2-4714-23D1-7706-FC075DC6F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82"/>
          <a:stretch>
            <a:fillRect/>
          </a:stretch>
        </p:blipFill>
        <p:spPr>
          <a:xfrm>
            <a:off x="1500057" y="3224463"/>
            <a:ext cx="5820850" cy="2534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8C5F73-D387-05C3-C683-D25CF5C9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826" y="1998698"/>
            <a:ext cx="7098880" cy="6016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ECDADE9-B3D2-6F36-E62C-55BF25D80FB7}"/>
              </a:ext>
            </a:extLst>
          </p:cNvPr>
          <p:cNvSpPr/>
          <p:nvPr/>
        </p:nvSpPr>
        <p:spPr>
          <a:xfrm>
            <a:off x="2839453" y="3686476"/>
            <a:ext cx="221382" cy="231006"/>
          </a:xfrm>
          <a:prstGeom prst="ellipse">
            <a:avLst/>
          </a:prstGeom>
          <a:solidFill>
            <a:schemeClr val="tx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7B80DF-8892-3C21-A1CE-C2320DBECA3E}"/>
              </a:ext>
            </a:extLst>
          </p:cNvPr>
          <p:cNvSpPr/>
          <p:nvPr/>
        </p:nvSpPr>
        <p:spPr>
          <a:xfrm>
            <a:off x="4984281" y="4366556"/>
            <a:ext cx="232612" cy="243945"/>
          </a:xfrm>
          <a:prstGeom prst="ellipse">
            <a:avLst/>
          </a:prstGeom>
          <a:solidFill>
            <a:schemeClr val="tx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54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B3AC-EBA3-06E3-A227-7EEF7B57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1022-3456-FF48-BA11-9AE9D2AEA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Primitive and trivial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BED1C-256B-22FB-5F16-0B0A0E1A9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9060B-8D2A-4B15-E49E-2A0060021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6" r="57276" b="40378"/>
          <a:stretch>
            <a:fillRect/>
          </a:stretch>
        </p:blipFill>
        <p:spPr>
          <a:xfrm>
            <a:off x="924024" y="3628012"/>
            <a:ext cx="2478505" cy="1066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0CB607-A740-63F2-C38E-1A7D96948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4" r="74737" b="28503"/>
          <a:stretch>
            <a:fillRect/>
          </a:stretch>
        </p:blipFill>
        <p:spPr>
          <a:xfrm>
            <a:off x="1742172" y="2163971"/>
            <a:ext cx="577516" cy="1278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8F5AC5-E857-B525-053C-A9046A9DA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6" t="29222" r="10271" b="28503"/>
          <a:stretch>
            <a:fillRect/>
          </a:stretch>
        </p:blipFill>
        <p:spPr>
          <a:xfrm>
            <a:off x="4504623" y="2592509"/>
            <a:ext cx="2156059" cy="7561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56B8BD-9A3D-6A92-EED4-CE71433C7C84}"/>
              </a:ext>
            </a:extLst>
          </p:cNvPr>
          <p:cNvSpPr txBox="1"/>
          <p:nvPr/>
        </p:nvSpPr>
        <p:spPr>
          <a:xfrm>
            <a:off x="1422560" y="4875044"/>
            <a:ext cx="1481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5121B"/>
                </a:solidFill>
              </a:rPr>
              <a:t>Trivial Circuits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04A2B-5757-1006-88A3-DB0E08632DB5}"/>
              </a:ext>
            </a:extLst>
          </p:cNvPr>
          <p:cNvSpPr txBox="1"/>
          <p:nvPr/>
        </p:nvSpPr>
        <p:spPr>
          <a:xfrm>
            <a:off x="5200600" y="4875044"/>
            <a:ext cx="1765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5121B"/>
                </a:solidFill>
              </a:rPr>
              <a:t>Primitive Circuits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DF8783-8AEE-FD05-6728-1A038E506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10" b="40378"/>
          <a:stretch>
            <a:fillRect/>
          </a:stretch>
        </p:blipFill>
        <p:spPr>
          <a:xfrm>
            <a:off x="4437246" y="3572229"/>
            <a:ext cx="3963174" cy="10663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2C87F0-A6EA-BDB3-AFE3-A36FDE2CE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172" y="6103974"/>
            <a:ext cx="5079950" cy="3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3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3F7C-50EC-3C06-615B-D3966754A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8BE37-51CF-F3A9-91CE-17555054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Circuit Morphisms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A6ED2-2359-5729-623E-F34A433B9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B2E59A-8443-3B59-D7EF-5B2B6AC4E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050197"/>
            <a:ext cx="7772400" cy="6134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CFA1B7-66C8-155F-9429-417093D21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593774"/>
            <a:ext cx="7772400" cy="8436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90FCAB-8B53-A07A-16E9-3B1011259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354" y="4086256"/>
            <a:ext cx="5522467" cy="15962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323F56-A2B8-B263-3897-36A6692F4F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09" y="6294077"/>
            <a:ext cx="7772400" cy="32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3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DFCC-B716-412F-A2DF-7C142E84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9BD9-036B-1F00-AD01-E91B0559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Adjoint Morphisms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3B207-64A1-9777-EE48-3F7DF578D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2905E-0934-B8FA-18C7-42B34A86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1940860"/>
            <a:ext cx="7772400" cy="909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E893AB-C944-3A02-F23A-52113BE68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91" b="17641"/>
          <a:stretch>
            <a:fillRect/>
          </a:stretch>
        </p:blipFill>
        <p:spPr>
          <a:xfrm>
            <a:off x="1835191" y="3888692"/>
            <a:ext cx="5820850" cy="1662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036019-0E1A-5531-C6AB-8CAD0B1581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1" t="25014" r="74737" b="28503"/>
          <a:stretch>
            <a:fillRect/>
          </a:stretch>
        </p:blipFill>
        <p:spPr>
          <a:xfrm>
            <a:off x="2456198" y="2895623"/>
            <a:ext cx="192035" cy="8313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AA9529-C282-E395-5755-22CBD62EC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5" t="54587" r="74737" b="28503"/>
          <a:stretch>
            <a:fillRect/>
          </a:stretch>
        </p:blipFill>
        <p:spPr>
          <a:xfrm>
            <a:off x="2456198" y="3656627"/>
            <a:ext cx="186114" cy="3024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76C7F4-2DFB-3AE0-8755-480DFCBD85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1" t="21797" r="74895" b="61293"/>
          <a:stretch>
            <a:fillRect/>
          </a:stretch>
        </p:blipFill>
        <p:spPr>
          <a:xfrm>
            <a:off x="6291677" y="3511970"/>
            <a:ext cx="182125" cy="3024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DDEBB6-3604-D5C6-AE94-DA6A248E4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5" t="54587" r="74737" b="28503"/>
          <a:stretch>
            <a:fillRect/>
          </a:stretch>
        </p:blipFill>
        <p:spPr>
          <a:xfrm>
            <a:off x="6291677" y="3809978"/>
            <a:ext cx="186114" cy="30244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C7CA7D-BCD1-E045-95E8-23961960DD01}"/>
              </a:ext>
            </a:extLst>
          </p:cNvPr>
          <p:cNvCxnSpPr/>
          <p:nvPr/>
        </p:nvCxnSpPr>
        <p:spPr>
          <a:xfrm>
            <a:off x="2549255" y="3959070"/>
            <a:ext cx="581872" cy="761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BCEE9C-EF2D-C5CC-7924-DA8E57512B77}"/>
              </a:ext>
            </a:extLst>
          </p:cNvPr>
          <p:cNvCxnSpPr>
            <a:cxnSpLocks/>
          </p:cNvCxnSpPr>
          <p:nvPr/>
        </p:nvCxnSpPr>
        <p:spPr>
          <a:xfrm flipH="1">
            <a:off x="5572250" y="4060162"/>
            <a:ext cx="734291" cy="75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8F2AB899-3B94-A170-4D26-BAE96E87F5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93" y="5873172"/>
            <a:ext cx="7772400" cy="69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19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BFA2E-FAC4-3E78-81A0-6AE3EBA3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2E3D-A503-B9FC-B303-B8ADE995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Colimit Constructions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F7F8E-515E-10D7-3E5B-E682648B7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F45F3-4681-B706-46C9-A8CF52149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281661"/>
            <a:ext cx="7772400" cy="1452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1A134-4175-9797-4868-2D307B668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4311050"/>
            <a:ext cx="7772400" cy="86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83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E077-9404-3493-0030-361C810F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6D9F-1824-1DC7-840F-261456AF5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Composition Operators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D63ED-57A5-CB73-B28C-A5C19E83D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494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C794-521C-0953-9C86-56D5C18E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FF36-03AF-5DDD-5FB8-C545EEC2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Sequential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AA977-D7D0-61D0-FAC8-22D5158BE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0C42B6-1B79-E41B-5176-81D10AAEA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039882"/>
            <a:ext cx="7772400" cy="10896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E12346-9191-DE0E-B26A-54415E8BD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3229510"/>
            <a:ext cx="7772400" cy="1447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F6495-99E7-70FA-0915-A6CB633437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45" t="12177" b="66593"/>
          <a:stretch>
            <a:fillRect/>
          </a:stretch>
        </p:blipFill>
        <p:spPr>
          <a:xfrm>
            <a:off x="600576" y="5312816"/>
            <a:ext cx="2541070" cy="8028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E2D5CE-FF64-169C-018B-1827F78B0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39" y="5312816"/>
            <a:ext cx="2438400" cy="8769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CE0FAB-4AE4-3879-165C-EF394204181F}"/>
              </a:ext>
            </a:extLst>
          </p:cNvPr>
          <p:cNvSpPr txBox="1"/>
          <p:nvPr/>
        </p:nvSpPr>
        <p:spPr>
          <a:xfrm>
            <a:off x="1238662" y="6189784"/>
            <a:ext cx="1264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5121B"/>
                </a:solidFill>
              </a:rPr>
              <a:t>AND Circuit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FD86C2-D4D9-F509-F388-9CD9E9B478D5}"/>
              </a:ext>
            </a:extLst>
          </p:cNvPr>
          <p:cNvSpPr txBox="1"/>
          <p:nvPr/>
        </p:nvSpPr>
        <p:spPr>
          <a:xfrm>
            <a:off x="3935849" y="6209555"/>
            <a:ext cx="141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5121B"/>
                </a:solidFill>
              </a:rPr>
              <a:t>Buffer Circuit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848451-7258-7ED0-D363-99E4BAD3F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5088"/>
          <a:stretch>
            <a:fillRect/>
          </a:stretch>
        </p:blipFill>
        <p:spPr>
          <a:xfrm>
            <a:off x="6145632" y="5250300"/>
            <a:ext cx="1884218" cy="9278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EC1C31-0FC6-5EDE-6F9B-27496F704FDB}"/>
              </a:ext>
            </a:extLst>
          </p:cNvPr>
          <p:cNvSpPr txBox="1"/>
          <p:nvPr/>
        </p:nvSpPr>
        <p:spPr>
          <a:xfrm>
            <a:off x="6379951" y="6209555"/>
            <a:ext cx="1463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5121B"/>
                </a:solidFill>
              </a:rPr>
              <a:t>Partial Buffer</a:t>
            </a:r>
          </a:p>
        </p:txBody>
      </p:sp>
    </p:spTree>
    <p:extLst>
      <p:ext uri="{BB962C8B-B14F-4D97-AF65-F5344CB8AC3E}">
        <p14:creationId xmlns:p14="http://schemas.microsoft.com/office/powerpoint/2010/main" val="234651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C8D1-3E8B-B32A-EE5A-58AE8671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7668-E8F8-D4C2-50BD-D759FDD0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Sequential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0FD41-21D8-2C3E-36BF-5876FB0D6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EDAE6-277D-7301-3DFD-484B6837A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047645"/>
            <a:ext cx="7772400" cy="661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EDBEA9-AD80-855A-68BB-1DE4C4A42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957453"/>
            <a:ext cx="7772400" cy="969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C7CE79-7D40-AED7-B4EC-93133C8A7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4160022"/>
            <a:ext cx="7772400" cy="9811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2A7F41-1752-E6A7-1010-D84EB3355D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5309229"/>
            <a:ext cx="7772400" cy="6436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656585-F674-9AFE-36E7-A2955759D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6165885"/>
            <a:ext cx="6235319" cy="3687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F4B6C2-CD5D-D4D7-D123-DCABCB1A49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59" t="20495" r="74880" b="63615"/>
          <a:stretch>
            <a:fillRect/>
          </a:stretch>
        </p:blipFill>
        <p:spPr>
          <a:xfrm>
            <a:off x="5424617" y="5346855"/>
            <a:ext cx="210065" cy="28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50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0DFC-19A4-B430-4B60-CE122719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E3C3A-225F-0767-401C-ABE9C835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EB595-67B1-D9E1-DEF1-88255A4D5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E2D7E-716C-988F-C2EB-B8375C9CF45B}"/>
              </a:ext>
            </a:extLst>
          </p:cNvPr>
          <p:cNvSpPr txBox="1"/>
          <p:nvPr/>
        </p:nvSpPr>
        <p:spPr>
          <a:xfrm>
            <a:off x="2934747" y="5612698"/>
            <a:ext cx="1959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5121B"/>
                </a:solidFill>
              </a:rPr>
              <a:t>Parallel NOT circuit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428EE6-D018-5E54-7940-12B865BDF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101402"/>
            <a:ext cx="6914192" cy="3488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B5A50D-32C9-C626-381C-FE97F757F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904264"/>
            <a:ext cx="7772400" cy="3465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2FE377-56A8-58B1-CC6F-B6CAD32D4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91" r="55125" b="17641"/>
          <a:stretch>
            <a:fillRect/>
          </a:stretch>
        </p:blipFill>
        <p:spPr>
          <a:xfrm>
            <a:off x="1835191" y="3888692"/>
            <a:ext cx="2612118" cy="166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30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A6888-56D1-5F43-9CF3-3D07F0DB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3C4A-6C5A-EBA3-6BD7-E3AC5EB4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9776E-99A9-6D11-F9F5-03EEF7F0D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A7863A-4D54-6608-20FA-5791B39CD4DA}"/>
              </a:ext>
            </a:extLst>
          </p:cNvPr>
          <p:cNvSpPr txBox="1"/>
          <p:nvPr/>
        </p:nvSpPr>
        <p:spPr>
          <a:xfrm>
            <a:off x="4572000" y="4621947"/>
            <a:ext cx="3618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5121B"/>
                </a:solidFill>
              </a:rPr>
              <a:t>Oscillatory dynamics of a p53-Mdm2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B7991-FB97-4789-5BAD-C76A46536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121156"/>
            <a:ext cx="7772400" cy="11957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D0973C-5815-2A5D-1101-F2455AA3A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766" y="3316909"/>
            <a:ext cx="2890307" cy="33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94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CBEA-C5BE-A4FC-6219-19AE8AEB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4444D-EBEA-BC6E-A55B-C407A8941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38EE2-7932-3215-EE95-7968090CB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1DE86E-D932-3279-528E-8555DA14A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137526"/>
            <a:ext cx="7772400" cy="10917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B97288-ADEE-7C09-A254-23BE0DB71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4097292"/>
            <a:ext cx="6181527" cy="3908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89B884-A2A4-0DC7-A35C-C19660D7CB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5397607"/>
            <a:ext cx="6001418" cy="38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82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3135F-890C-4C50-8FFF-A2CACE0AB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D32B4-AD59-F97D-22B1-28F6D630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16E63-A345-F198-39E6-A27CCB340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4DE56-CFD2-4339-EA18-DCE90264B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011340"/>
            <a:ext cx="7772400" cy="263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70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16B1-4208-30DE-95A8-0135998C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70D1-0DAA-3BFA-7D03-6B8411EE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Tail-Iterative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A0C72-8D95-20E6-BBAE-A3838E84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07A017-72C7-E5BD-08DA-4271449BE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1977237"/>
            <a:ext cx="7772400" cy="236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82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75968-6660-C1F6-55B7-A5480E3E6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9DFF-437A-6A20-FF9E-80C07B5E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Constructing a Tail-Iterative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65A5B-527D-E49E-7145-AAFC64E5A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ACEB5-328D-B309-F4D6-69035E4AB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93" y="2904042"/>
            <a:ext cx="7772400" cy="32116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BD3FF-C242-B0E8-BC1B-991A99022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34153"/>
            <a:ext cx="7886700" cy="3872733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>
                <a:solidFill>
                  <a:srgbClr val="B5121B"/>
                </a:solidFill>
              </a:rPr>
              <a:t>Toggle action of a clocked set-reset flip-flop</a:t>
            </a:r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6782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13C2-E7EE-440F-013C-2B0EAEC7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E758814-5572-1108-E754-0D2C061AD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0" t="3531"/>
          <a:stretch>
            <a:fillRect/>
          </a:stretch>
        </p:blipFill>
        <p:spPr>
          <a:xfrm>
            <a:off x="399538" y="4691234"/>
            <a:ext cx="7452162" cy="1435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9F6B77-7F24-F803-4802-B112AF59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Constructing a Tail-Iterative Circuit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DEA47-98B0-EC2F-2915-8508A45A0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55" y="1969249"/>
            <a:ext cx="6639607" cy="22563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4A5E6-AE39-4815-D54D-81A678494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28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5490AE-AB98-BBB4-8AA9-644938064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927" y="6136460"/>
            <a:ext cx="30353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78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8EAAA-CED7-AE40-3148-4390011B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59F1793-0986-849D-5D8D-65232DFB2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89" y="2683468"/>
            <a:ext cx="7112000" cy="133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D0D025-AEA6-6454-EF72-8552A9BD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Constructing a Tail-Iterative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74337-208A-C3B0-F4F1-DED5A9131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B54417-12CF-0A96-A4EB-36B2D5490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18" b="81390"/>
          <a:stretch>
            <a:fillRect/>
          </a:stretch>
        </p:blipFill>
        <p:spPr>
          <a:xfrm>
            <a:off x="1012602" y="4710900"/>
            <a:ext cx="6869414" cy="5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65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9459B-0B23-E577-C38A-1D501FD1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47C55-2FD7-0021-11DE-B44C646F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Constructing a Tail-Iterative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72D68-00D3-A9AF-EC1B-8811D9486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30A1C-6860-EDEA-EE80-BCF246515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384714"/>
            <a:ext cx="67437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72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F803-05E8-EE78-DB1F-79078A4B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1C45D-022B-CC87-6ECD-3E8F3C3916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Circuit Dynamics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92167-2829-7C43-AF7E-58AF4FE5B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87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F2BDA-9756-8405-AC6E-0EF59D45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E816-2659-7E77-BF9F-63BB2234C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Circuit State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918FC-900A-77C8-C43D-0F7400216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0F5926-3FCF-BF9B-D445-EE781D727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056206"/>
            <a:ext cx="7772400" cy="17014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42CA08-D90B-50EB-58FF-46DAC2E3CD6B}"/>
              </a:ext>
            </a:extLst>
          </p:cNvPr>
          <p:cNvSpPr txBox="1"/>
          <p:nvPr/>
        </p:nvSpPr>
        <p:spPr>
          <a:xfrm>
            <a:off x="969045" y="45053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45D9B9-6925-715B-1D3A-F218D0473CA3}"/>
              </a:ext>
            </a:extLst>
          </p:cNvPr>
          <p:cNvSpPr txBox="1"/>
          <p:nvPr/>
        </p:nvSpPr>
        <p:spPr>
          <a:xfrm>
            <a:off x="969045" y="4698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93230-82F7-3E97-DBCF-89EA0E9A5229}"/>
              </a:ext>
            </a:extLst>
          </p:cNvPr>
          <p:cNvSpPr txBox="1"/>
          <p:nvPr/>
        </p:nvSpPr>
        <p:spPr>
          <a:xfrm>
            <a:off x="969045" y="52328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5ED361-2F72-A2DF-6BB6-5E65F4F78E2F}"/>
              </a:ext>
            </a:extLst>
          </p:cNvPr>
          <p:cNvSpPr txBox="1"/>
          <p:nvPr/>
        </p:nvSpPr>
        <p:spPr>
          <a:xfrm>
            <a:off x="975457" y="54107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0</a:t>
            </a:r>
          </a:p>
        </p:txBody>
      </p:sp>
      <p:pic>
        <p:nvPicPr>
          <p:cNvPr id="22" name="Picture 21" descr="A diagram of a circuit&#10;&#10;AI-generated content may be incorrect.">
            <a:extLst>
              <a:ext uri="{FF2B5EF4-FFF2-40B4-BE49-F238E27FC236}">
                <a16:creationId xmlns:a16="http://schemas.microsoft.com/office/drawing/2014/main" id="{4106D19B-4EFD-A8A5-2AC0-C761E7CDE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5" t="44537" r="37805" b="1429"/>
          <a:stretch>
            <a:fillRect/>
          </a:stretch>
        </p:blipFill>
        <p:spPr>
          <a:xfrm>
            <a:off x="1223028" y="4325101"/>
            <a:ext cx="2458927" cy="17905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34CBC4B-96DD-C1A0-0B53-701B43644675}"/>
              </a:ext>
            </a:extLst>
          </p:cNvPr>
          <p:cNvSpPr txBox="1"/>
          <p:nvPr/>
        </p:nvSpPr>
        <p:spPr>
          <a:xfrm>
            <a:off x="1680196" y="6115678"/>
            <a:ext cx="154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An Initial State</a:t>
            </a:r>
          </a:p>
        </p:txBody>
      </p:sp>
      <p:pic>
        <p:nvPicPr>
          <p:cNvPr id="28" name="Picture 27" descr="A diagram of a circuit&#10;&#10;AI-generated content may be incorrect.">
            <a:extLst>
              <a:ext uri="{FF2B5EF4-FFF2-40B4-BE49-F238E27FC236}">
                <a16:creationId xmlns:a16="http://schemas.microsoft.com/office/drawing/2014/main" id="{59AF1F32-2318-7D72-AE75-E28B9FD29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5" t="44537" r="37805" b="1429"/>
          <a:stretch>
            <a:fillRect/>
          </a:stretch>
        </p:blipFill>
        <p:spPr>
          <a:xfrm>
            <a:off x="5004877" y="4325101"/>
            <a:ext cx="2458927" cy="179057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E83D265-FAB6-A4B6-FDEF-7707A78952C2}"/>
              </a:ext>
            </a:extLst>
          </p:cNvPr>
          <p:cNvSpPr txBox="1"/>
          <p:nvPr/>
        </p:nvSpPr>
        <p:spPr>
          <a:xfrm>
            <a:off x="5567260" y="6113575"/>
            <a:ext cx="1345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Final State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E36B1F-8E74-BFAC-12A7-BF702294EEAA}"/>
              </a:ext>
            </a:extLst>
          </p:cNvPr>
          <p:cNvSpPr txBox="1"/>
          <p:nvPr/>
        </p:nvSpPr>
        <p:spPr>
          <a:xfrm>
            <a:off x="7411293" y="50715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74982F-339E-3E2F-7A2F-509A7E2CBBE8}"/>
              </a:ext>
            </a:extLst>
          </p:cNvPr>
          <p:cNvSpPr txBox="1"/>
          <p:nvPr/>
        </p:nvSpPr>
        <p:spPr>
          <a:xfrm>
            <a:off x="7411293" y="52643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92594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BA71-351E-3D8F-FC4F-886039DF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61CC7-8948-8DAD-9F0C-F2D8DDF4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Units for Reduction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DFC55-3916-680D-9CA2-D5CAA3FF5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33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9EF5F6-C85E-AEBE-D2C0-1BF201330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022771"/>
            <a:ext cx="7772400" cy="654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C1128-3CB9-FD67-C0F5-401DF9F03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843059"/>
            <a:ext cx="7772400" cy="11313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165CE4-A83D-EB84-A14B-661CA81E306F}"/>
              </a:ext>
            </a:extLst>
          </p:cNvPr>
          <p:cNvSpPr txBox="1"/>
          <p:nvPr/>
        </p:nvSpPr>
        <p:spPr>
          <a:xfrm>
            <a:off x="2689251" y="45053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E1E2B-2932-2908-7AC1-8A038856EFFB}"/>
              </a:ext>
            </a:extLst>
          </p:cNvPr>
          <p:cNvSpPr txBox="1"/>
          <p:nvPr/>
        </p:nvSpPr>
        <p:spPr>
          <a:xfrm>
            <a:off x="2689251" y="4698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739EB-6EDE-192D-44CA-AB1FBBD647F2}"/>
              </a:ext>
            </a:extLst>
          </p:cNvPr>
          <p:cNvSpPr txBox="1"/>
          <p:nvPr/>
        </p:nvSpPr>
        <p:spPr>
          <a:xfrm>
            <a:off x="2689251" y="52328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DB54DF-E41E-00E7-3EB7-C107043DE5F4}"/>
              </a:ext>
            </a:extLst>
          </p:cNvPr>
          <p:cNvSpPr txBox="1"/>
          <p:nvPr/>
        </p:nvSpPr>
        <p:spPr>
          <a:xfrm>
            <a:off x="2695663" y="54107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0</a:t>
            </a:r>
          </a:p>
        </p:txBody>
      </p:sp>
      <p:pic>
        <p:nvPicPr>
          <p:cNvPr id="10" name="Picture 9" descr="A diagram of a circuit&#10;&#10;AI-generated content may be incorrect.">
            <a:extLst>
              <a:ext uri="{FF2B5EF4-FFF2-40B4-BE49-F238E27FC236}">
                <a16:creationId xmlns:a16="http://schemas.microsoft.com/office/drawing/2014/main" id="{212890E3-226B-DA06-E18F-58736620A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5" t="44537" r="37805" b="1429"/>
          <a:stretch>
            <a:fillRect/>
          </a:stretch>
        </p:blipFill>
        <p:spPr>
          <a:xfrm>
            <a:off x="2943234" y="4325101"/>
            <a:ext cx="2458927" cy="17905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B7C54B-9137-6B1B-71C7-9CCD95153A2C}"/>
              </a:ext>
            </a:extLst>
          </p:cNvPr>
          <p:cNvSpPr txBox="1"/>
          <p:nvPr/>
        </p:nvSpPr>
        <p:spPr>
          <a:xfrm>
            <a:off x="3400402" y="449104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5E6F77-3483-B1DA-D168-1FF0C1D0D4C0}"/>
              </a:ext>
            </a:extLst>
          </p:cNvPr>
          <p:cNvSpPr txBox="1"/>
          <p:nvPr/>
        </p:nvSpPr>
        <p:spPr>
          <a:xfrm>
            <a:off x="3400402" y="556147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77202F-5A75-CDCD-2481-7C4C91E5E0B9}"/>
              </a:ext>
            </a:extLst>
          </p:cNvPr>
          <p:cNvSpPr txBox="1"/>
          <p:nvPr/>
        </p:nvSpPr>
        <p:spPr>
          <a:xfrm>
            <a:off x="4650082" y="484831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7B377F-78E8-1A85-D99C-7052B9C3B5D7}"/>
                  </a:ext>
                </a:extLst>
              </p:cNvPr>
              <p:cNvSpPr txBox="1"/>
              <p:nvPr/>
            </p:nvSpPr>
            <p:spPr>
              <a:xfrm>
                <a:off x="587264" y="4721879"/>
                <a:ext cx="17230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These two units </a:t>
                </a:r>
              </a:p>
              <a:p>
                <a:r>
                  <a:rPr lang="en-US" dirty="0"/>
                  <a:t>are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7B377F-78E8-1A85-D99C-7052B9C3B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64" y="4721879"/>
                <a:ext cx="1723036" cy="646331"/>
              </a:xfrm>
              <a:prstGeom prst="rect">
                <a:avLst/>
              </a:prstGeom>
              <a:blipFill>
                <a:blip r:embed="rId5"/>
                <a:stretch>
                  <a:fillRect l="-2941" t="-5882" r="-2206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7A62CB-7036-7DD4-CF69-A6BAD3334825}"/>
              </a:ext>
            </a:extLst>
          </p:cNvPr>
          <p:cNvCxnSpPr>
            <a:cxnSpLocks/>
          </p:cNvCxnSpPr>
          <p:nvPr/>
        </p:nvCxnSpPr>
        <p:spPr>
          <a:xfrm flipV="1">
            <a:off x="1650957" y="5075158"/>
            <a:ext cx="1749445" cy="61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063074-8D70-F0BB-54A3-8693254BAD21}"/>
              </a:ext>
            </a:extLst>
          </p:cNvPr>
          <p:cNvCxnSpPr>
            <a:cxnSpLocks/>
          </p:cNvCxnSpPr>
          <p:nvPr/>
        </p:nvCxnSpPr>
        <p:spPr>
          <a:xfrm>
            <a:off x="1650957" y="5144511"/>
            <a:ext cx="1749445" cy="192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71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E5BFE-EAB8-8824-50D5-0B37B76F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1331B-BBF9-2B1A-EBF6-1F1EB5DF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Reduction and State Transition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6E463-B6FA-9D03-EACE-CA1956518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3365A9-BA86-2E32-A5D0-F18D67147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1982641"/>
            <a:ext cx="7772400" cy="1921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D0744-885D-4260-5250-DE2D7D509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4049679"/>
            <a:ext cx="7772400" cy="1767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DEE5E0-D84C-6F1D-2636-FBB4E3E8E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5996855"/>
            <a:ext cx="7772400" cy="64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902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80BA-D230-B491-9E1E-254D8FCC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D509-20B7-9FEC-D2CC-3201B9379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Reduction and State Transition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6631F-A669-B872-DB2E-5A21AFE23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35</a:t>
            </a:fld>
            <a:endParaRPr lang="en-GB"/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4CA67824-D5DA-50DF-42D5-2F24AECEB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5" t="44537" r="37805" b="1429"/>
          <a:stretch>
            <a:fillRect/>
          </a:stretch>
        </p:blipFill>
        <p:spPr>
          <a:xfrm>
            <a:off x="4719844" y="4778852"/>
            <a:ext cx="2458927" cy="1790577"/>
          </a:xfrm>
          <a:prstGeom prst="rect">
            <a:avLst/>
          </a:prstGeom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9ADFF465-370C-836B-EF34-D7EAA770A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5" t="44537" r="37805" b="1429"/>
          <a:stretch>
            <a:fillRect/>
          </a:stretch>
        </p:blipFill>
        <p:spPr>
          <a:xfrm>
            <a:off x="4719844" y="2114975"/>
            <a:ext cx="2458927" cy="1790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FE32FC-B157-4806-C845-A90FE8E79703}"/>
              </a:ext>
            </a:extLst>
          </p:cNvPr>
          <p:cNvSpPr txBox="1"/>
          <p:nvPr/>
        </p:nvSpPr>
        <p:spPr>
          <a:xfrm>
            <a:off x="608826" y="22952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C48ED-3D76-9392-F9AB-D5825196D1D2}"/>
              </a:ext>
            </a:extLst>
          </p:cNvPr>
          <p:cNvSpPr txBox="1"/>
          <p:nvPr/>
        </p:nvSpPr>
        <p:spPr>
          <a:xfrm>
            <a:off x="608826" y="24879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B9DE6-9491-1CAC-345C-44A000E38BA3}"/>
              </a:ext>
            </a:extLst>
          </p:cNvPr>
          <p:cNvSpPr txBox="1"/>
          <p:nvPr/>
        </p:nvSpPr>
        <p:spPr>
          <a:xfrm>
            <a:off x="608826" y="30227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E2736-0019-F361-F0A8-328AC678C36B}"/>
              </a:ext>
            </a:extLst>
          </p:cNvPr>
          <p:cNvSpPr txBox="1"/>
          <p:nvPr/>
        </p:nvSpPr>
        <p:spPr>
          <a:xfrm>
            <a:off x="615238" y="32006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275084-0F22-B631-FC66-3916FF1F2222}"/>
              </a:ext>
            </a:extLst>
          </p:cNvPr>
          <p:cNvSpPr txBox="1"/>
          <p:nvPr/>
        </p:nvSpPr>
        <p:spPr>
          <a:xfrm>
            <a:off x="5887508" y="24752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B8B61F-3876-EB1E-C19A-3254CBAC741A}"/>
              </a:ext>
            </a:extLst>
          </p:cNvPr>
          <p:cNvSpPr txBox="1"/>
          <p:nvPr/>
        </p:nvSpPr>
        <p:spPr>
          <a:xfrm>
            <a:off x="5907828" y="2674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BA5828-D499-3F41-4969-E04783CE26DF}"/>
              </a:ext>
            </a:extLst>
          </p:cNvPr>
          <p:cNvSpPr txBox="1"/>
          <p:nvPr/>
        </p:nvSpPr>
        <p:spPr>
          <a:xfrm>
            <a:off x="5896272" y="294911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A29EC9-5E0D-B8A1-9CD9-C108D455871B}"/>
              </a:ext>
            </a:extLst>
          </p:cNvPr>
          <p:cNvSpPr txBox="1"/>
          <p:nvPr/>
        </p:nvSpPr>
        <p:spPr>
          <a:xfrm>
            <a:off x="5916592" y="31757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964B98-5F1B-1CCA-7EC9-A54D7CEA35A7}"/>
              </a:ext>
            </a:extLst>
          </p:cNvPr>
          <p:cNvSpPr txBox="1"/>
          <p:nvPr/>
        </p:nvSpPr>
        <p:spPr>
          <a:xfrm>
            <a:off x="7115046" y="551260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90A285-B981-720E-6777-667241511377}"/>
              </a:ext>
            </a:extLst>
          </p:cNvPr>
          <p:cNvSpPr txBox="1"/>
          <p:nvPr/>
        </p:nvSpPr>
        <p:spPr>
          <a:xfrm>
            <a:off x="7139561" y="57465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B5121B"/>
                </a:solidFill>
              </a:rPr>
              <a:t>1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71E01009-4B47-00EB-3A30-24F9647C50A5}"/>
              </a:ext>
            </a:extLst>
          </p:cNvPr>
          <p:cNvSpPr/>
          <p:nvPr/>
        </p:nvSpPr>
        <p:spPr>
          <a:xfrm>
            <a:off x="3738880" y="2664541"/>
            <a:ext cx="619760" cy="270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0F8785F4-3305-734A-9D7C-8F0EF7D393E1}"/>
              </a:ext>
            </a:extLst>
          </p:cNvPr>
          <p:cNvSpPr/>
          <p:nvPr/>
        </p:nvSpPr>
        <p:spPr>
          <a:xfrm rot="5400000">
            <a:off x="5696736" y="4223704"/>
            <a:ext cx="619760" cy="270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A diagram of a circuit&#10;&#10;AI-generated content may be incorrect.">
            <a:extLst>
              <a:ext uri="{FF2B5EF4-FFF2-40B4-BE49-F238E27FC236}">
                <a16:creationId xmlns:a16="http://schemas.microsoft.com/office/drawing/2014/main" id="{2A4219E6-5F10-2584-EA6D-E379565BD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5" t="44537" r="37805" b="1429"/>
          <a:stretch>
            <a:fillRect/>
          </a:stretch>
        </p:blipFill>
        <p:spPr>
          <a:xfrm>
            <a:off x="862809" y="2114975"/>
            <a:ext cx="2458927" cy="17905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6DE8E1-7E07-8CE2-DD07-DF7FCAC09B97}"/>
                  </a:ext>
                </a:extLst>
              </p:cNvPr>
              <p:cNvSpPr txBox="1"/>
              <p:nvPr/>
            </p:nvSpPr>
            <p:spPr>
              <a:xfrm>
                <a:off x="6196354" y="4191747"/>
                <a:ext cx="24189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=¬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0∧1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6DE8E1-7E07-8CE2-DD07-DF7FCAC09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354" y="4191747"/>
                <a:ext cx="2418932" cy="246221"/>
              </a:xfrm>
              <a:prstGeom prst="rect">
                <a:avLst/>
              </a:prstGeom>
              <a:blipFill>
                <a:blip r:embed="rId3"/>
                <a:stretch>
                  <a:fillRect l="-3125" t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82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04BF-8651-0A6A-9E30-B7FC2286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0A4F-58ED-9E1D-E1C2-9552DF73E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Control-Driven vs Classical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369F05-A0D0-D2BE-8FC9-CA13A61AF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917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B1B12-666E-9AB2-5649-B8F3516D0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7867355-92BB-F9C6-ADAA-15D0F5CAD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456" y="4009812"/>
            <a:ext cx="5340481" cy="263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73A4F2-518D-03AC-1A01-9751135D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NAND Circuits </a:t>
            </a:r>
            <a:r>
              <a:rPr lang="en-GB" dirty="0">
                <a:sym typeface="Wingdings" pitchFamily="2" charset="2"/>
              </a:rPr>
              <a:t>are Control-Driven Circuits!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A9BA3-FEDA-647E-31FB-5728E601F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D5BF9-9F79-E523-A45A-43D1D61C5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044165"/>
            <a:ext cx="7772400" cy="449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8975BC-2887-3C37-C35B-DF5C436AE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22" t="17069" r="32832" b="53717"/>
          <a:stretch>
            <a:fillRect/>
          </a:stretch>
        </p:blipFill>
        <p:spPr>
          <a:xfrm>
            <a:off x="239651" y="2631558"/>
            <a:ext cx="4107575" cy="1594884"/>
          </a:xfrm>
          <a:prstGeom prst="rect">
            <a:avLst/>
          </a:prstGeom>
        </p:spPr>
      </p:pic>
      <p:sp>
        <p:nvSpPr>
          <p:cNvPr id="12" name="Bent Up Arrow 11">
            <a:extLst>
              <a:ext uri="{FF2B5EF4-FFF2-40B4-BE49-F238E27FC236}">
                <a16:creationId xmlns:a16="http://schemas.microsoft.com/office/drawing/2014/main" id="{9C618E4D-81F2-C5D1-A04B-D188A0D99CC7}"/>
              </a:ext>
            </a:extLst>
          </p:cNvPr>
          <p:cNvSpPr/>
          <p:nvPr/>
        </p:nvSpPr>
        <p:spPr>
          <a:xfrm rot="5400000">
            <a:off x="1543050" y="4681536"/>
            <a:ext cx="1291590" cy="971550"/>
          </a:xfrm>
          <a:prstGeom prst="bentUpArrow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0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9A8B2-255D-1EE6-D0F5-89A829E25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1DDC7F-B695-AF4F-A41A-CF49487F3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785" y="3260669"/>
            <a:ext cx="5340481" cy="263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1A8CE9-D1F6-D097-877C-3E97491DF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NAND Circuits </a:t>
            </a:r>
            <a:r>
              <a:rPr lang="en-GB" dirty="0">
                <a:sym typeface="Wingdings" pitchFamily="2" charset="2"/>
              </a:rPr>
              <a:t>are Control-Driven Circuits!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F64FB-8094-7462-5897-69CC820B0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3BCD57-9C99-4A90-A35F-EE985B1B7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2131558"/>
            <a:ext cx="7772400" cy="36258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99B352C-6742-27B7-6C00-0CC8C6BB44AB}"/>
              </a:ext>
            </a:extLst>
          </p:cNvPr>
          <p:cNvSpPr/>
          <p:nvPr/>
        </p:nvSpPr>
        <p:spPr>
          <a:xfrm>
            <a:off x="1868043" y="4579231"/>
            <a:ext cx="221382" cy="231006"/>
          </a:xfrm>
          <a:prstGeom prst="ellipse">
            <a:avLst/>
          </a:prstGeom>
          <a:solidFill>
            <a:schemeClr val="tx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422246-359F-9F4C-C47A-9180C8A0CAA0}"/>
              </a:ext>
            </a:extLst>
          </p:cNvPr>
          <p:cNvSpPr/>
          <p:nvPr/>
        </p:nvSpPr>
        <p:spPr>
          <a:xfrm>
            <a:off x="6943884" y="3958402"/>
            <a:ext cx="221382" cy="231006"/>
          </a:xfrm>
          <a:prstGeom prst="ellipse">
            <a:avLst/>
          </a:prstGeom>
          <a:solidFill>
            <a:schemeClr val="tx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45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D949-AE2C-6B58-721E-B5EAE4ADF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EBF9-A647-B2B2-3B48-42DC65A4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Non-Uniform Computation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72DD1-0B2A-741E-7FF5-D6E86A481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DF14C-31C6-FECB-8619-5DC22386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3429000"/>
            <a:ext cx="7772400" cy="61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99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A11E3-0B5C-5623-FD8F-5F7E187C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09EF-C0EF-B4D3-2AFB-97D348B9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Non-Uniform Computation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EB6E-AF0F-2DFA-EF4B-8B377EB10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40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8B60C-4674-42C2-870A-DE3B90C4F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563" y="1604234"/>
            <a:ext cx="3141611" cy="360737"/>
          </a:xfrm>
          <a:prstGeom prst="rect">
            <a:avLst/>
          </a:prstGeom>
        </p:spPr>
      </p:pic>
      <p:pic>
        <p:nvPicPr>
          <p:cNvPr id="6" name="Picture 5" descr="A diagram of a rectangular object with arrows&#10;&#10;AI-generated content may be incorrect.">
            <a:extLst>
              <a:ext uri="{FF2B5EF4-FFF2-40B4-BE49-F238E27FC236}">
                <a16:creationId xmlns:a16="http://schemas.microsoft.com/office/drawing/2014/main" id="{CB2AED89-F3F9-DAB4-EA54-A56BF7AD8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26" y="1964971"/>
            <a:ext cx="1688282" cy="628718"/>
          </a:xfrm>
          <a:prstGeom prst="rect">
            <a:avLst/>
          </a:prstGeom>
        </p:spPr>
      </p:pic>
      <p:pic>
        <p:nvPicPr>
          <p:cNvPr id="7" name="Picture 6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2822D944-2CBC-2925-10A2-47641D88F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25" y="2695282"/>
            <a:ext cx="4367867" cy="1725259"/>
          </a:xfrm>
          <a:prstGeom prst="rect">
            <a:avLst/>
          </a:prstGeom>
        </p:spPr>
      </p:pic>
      <p:pic>
        <p:nvPicPr>
          <p:cNvPr id="8" name="Picture 7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C753B928-5DFD-FCC6-6510-6AD03EF97C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"/>
          <a:stretch>
            <a:fillRect/>
          </a:stretch>
        </p:blipFill>
        <p:spPr>
          <a:xfrm>
            <a:off x="451492" y="4578349"/>
            <a:ext cx="5035875" cy="2056913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54B4A22-B624-1732-67BE-0A8233D929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734" y="3305998"/>
            <a:ext cx="1478985" cy="246004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8D4AEE5-6389-B7A4-7242-83EF3C7BCC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661" y="5115411"/>
            <a:ext cx="1478983" cy="241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20DF1E-31AC-2D42-1698-0D429AC24D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489" y="2080080"/>
            <a:ext cx="1478988" cy="22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980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99E0D-06EA-35C7-FA76-758C5FE0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9016-CCE3-7B68-77AB-2E501459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2C3E2-60DC-BED2-330F-333C9EB7C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34153"/>
            <a:ext cx="7886700" cy="38727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Families of control-driven Boolean circuits</a:t>
            </a:r>
          </a:p>
          <a:p>
            <a:pPr lvl="1"/>
            <a:r>
              <a:rPr lang="en-US" dirty="0"/>
              <a:t>Non-uniform model of computation</a:t>
            </a:r>
          </a:p>
          <a:p>
            <a:r>
              <a:rPr lang="en-US" dirty="0"/>
              <a:t>Colimit-based composition operations:</a:t>
            </a:r>
          </a:p>
          <a:p>
            <a:pPr lvl="1"/>
            <a:r>
              <a:rPr lang="en-US" dirty="0"/>
              <a:t>Partial sequencing (identity)</a:t>
            </a:r>
          </a:p>
          <a:p>
            <a:pPr lvl="1"/>
            <a:r>
              <a:rPr lang="en-US" dirty="0"/>
              <a:t>Total sequencing (identity, associative)</a:t>
            </a:r>
          </a:p>
          <a:p>
            <a:pPr lvl="1"/>
            <a:r>
              <a:rPr lang="en-US" dirty="0" err="1"/>
              <a:t>Parallelising</a:t>
            </a:r>
            <a:r>
              <a:rPr lang="en-US" dirty="0"/>
              <a:t> (commutative, associative)</a:t>
            </a:r>
          </a:p>
          <a:p>
            <a:pPr lvl="1"/>
            <a:r>
              <a:rPr lang="en-US" dirty="0"/>
              <a:t>Branching (commutative, associative)</a:t>
            </a:r>
          </a:p>
          <a:p>
            <a:pPr lvl="1"/>
            <a:r>
              <a:rPr lang="en-US" dirty="0"/>
              <a:t>Iteration </a:t>
            </a:r>
          </a:p>
          <a:p>
            <a:r>
              <a:rPr lang="en-US" dirty="0"/>
              <a:t>Showed that every NAND circuit is a control-driven one</a:t>
            </a:r>
          </a:p>
          <a:p>
            <a:r>
              <a:rPr lang="en-US" dirty="0"/>
              <a:t>Other functional complete sets can be used for extra expressivity!	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EBE88-476C-B69C-1C88-91AE0DC34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088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7A65-1FDC-F422-4CE8-98695294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5486-19D6-4E0E-9DFE-18E6A8A0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04241-36AD-3D53-0405-AB28BD9C8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34153"/>
            <a:ext cx="7886700" cy="387273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900" dirty="0"/>
              <a:t>Decomposition operators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Less complex circuits in terms of size upon transformation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 err="1"/>
              <a:t>Characterisation</a:t>
            </a:r>
            <a:r>
              <a:rPr lang="en-US" sz="1900" dirty="0"/>
              <a:t> of Boolean functions that can be represented via iteration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More expressive branching structures via: </a:t>
            </a:r>
          </a:p>
          <a:p>
            <a:pPr lvl="1"/>
            <a:r>
              <a:rPr lang="en-US" sz="1900" dirty="0"/>
              <a:t>Pre/Post-conditions</a:t>
            </a:r>
          </a:p>
          <a:p>
            <a:pPr lvl="1"/>
            <a:r>
              <a:rPr lang="en-US" sz="1900" dirty="0"/>
              <a:t>Probabilistic choice</a:t>
            </a:r>
          </a:p>
          <a:p>
            <a:pPr marL="914400" lvl="1" indent="-457200">
              <a:buFont typeface="+mj-lt"/>
              <a:buAutoNum type="arabicPeriod"/>
            </a:pPr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B50F7-045A-95D1-A86D-BDEA7F22F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050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7084-0CF0-49B5-A390-29CF6B9B6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Thank you </a:t>
            </a:r>
            <a:r>
              <a:rPr lang="en-GB" dirty="0"/>
              <a:t>for attending!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302CC0-6D72-4124-9C61-29F07991B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107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4546A"/>
      </a:hlink>
      <a:folHlink>
        <a:srgbClr val="44546A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489</Words>
  <Application>Microsoft Macintosh PowerPoint</Application>
  <PresentationFormat>On-screen Show (4:3)</PresentationFormat>
  <Paragraphs>176</Paragraphs>
  <Slides>43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Aptos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Compositional Control-Driven  Boolean Circuits</vt:lpstr>
      <vt:lpstr>Motivation</vt:lpstr>
      <vt:lpstr>Emergence of Sequential Program Spaces (2021)</vt:lpstr>
      <vt:lpstr>Computons (2023)</vt:lpstr>
      <vt:lpstr>Boolean Circuits</vt:lpstr>
      <vt:lpstr>Functional Completeness</vt:lpstr>
      <vt:lpstr>Functional Completeness</vt:lpstr>
      <vt:lpstr>Functional Completeness</vt:lpstr>
      <vt:lpstr>Functional Completeness</vt:lpstr>
      <vt:lpstr>Control-Driven Boolean Circuits</vt:lpstr>
      <vt:lpstr>Control-Driven Circuits</vt:lpstr>
      <vt:lpstr>Control-Driven Circuits</vt:lpstr>
      <vt:lpstr>Circuit Interfaces</vt:lpstr>
      <vt:lpstr>Soundness</vt:lpstr>
      <vt:lpstr>Primitive and trivial Circuits</vt:lpstr>
      <vt:lpstr>Circuit Morphisms</vt:lpstr>
      <vt:lpstr>Adjoint Morphisms</vt:lpstr>
      <vt:lpstr>Colimit Constructions</vt:lpstr>
      <vt:lpstr>Composition Operators</vt:lpstr>
      <vt:lpstr>Sequential Circuits</vt:lpstr>
      <vt:lpstr>Sequential Circuits</vt:lpstr>
      <vt:lpstr>Parallel Circuits</vt:lpstr>
      <vt:lpstr>Branching Circuits</vt:lpstr>
      <vt:lpstr>Branching Circuits</vt:lpstr>
      <vt:lpstr>Iterative Circuits</vt:lpstr>
      <vt:lpstr>Tail-Iterative Circuits</vt:lpstr>
      <vt:lpstr>Constructing a Tail-Iterative Circuit</vt:lpstr>
      <vt:lpstr>Constructing a Tail-Iterative Circuit</vt:lpstr>
      <vt:lpstr>Constructing a Tail-Iterative Circuit</vt:lpstr>
      <vt:lpstr>Constructing a Tail-Iterative Circuit</vt:lpstr>
      <vt:lpstr>Circuit Dynamics</vt:lpstr>
      <vt:lpstr>Circuit State</vt:lpstr>
      <vt:lpstr>Choosing Units for Reduction</vt:lpstr>
      <vt:lpstr>Unit Reduction and State Transition</vt:lpstr>
      <vt:lpstr>Unit Reduction and State Transition</vt:lpstr>
      <vt:lpstr>Control-Driven vs Classical</vt:lpstr>
      <vt:lpstr>NAND Circuits are Control-Driven Circuits!</vt:lpstr>
      <vt:lpstr>NAND Circuits are Control-Driven Circuits!</vt:lpstr>
      <vt:lpstr>Non-Uniform Computation</vt:lpstr>
      <vt:lpstr>Non-Uniform Computation</vt:lpstr>
      <vt:lpstr>Conclusions</vt:lpstr>
      <vt:lpstr>Future Work</vt:lpstr>
      <vt:lpstr>Thank you for attending!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slide: presentation title goes here</dc:title>
  <dc:creator/>
  <cp:lastModifiedBy/>
  <cp:revision>4</cp:revision>
  <dcterms:created xsi:type="dcterms:W3CDTF">2020-06-05T16:59:37Z</dcterms:created>
  <dcterms:modified xsi:type="dcterms:W3CDTF">2026-04-08T08:08:30Z</dcterms:modified>
</cp:coreProperties>
</file>